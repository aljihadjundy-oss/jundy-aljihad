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tipografi besar, ikon mangkuk di bulatan putih</a:t>
            </a:r>
          </a:p>
          <a:p>
            <a:r>
              <a:t>ELEMEN: Highlight biru di 'Natural'. Pertanyaan = hook</a:t>
            </a:r>
          </a:p>
          <a:p>
            <a:r>
              <a:t>MOTION: Ikon pop → kicker rise → judul rise, highlight menyusul → sub rise; panah next fade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search</a:t>
            </a:r>
          </a:p>
          <a:p>
            <a:r>
              <a:t>VISUAL: Search bar mockup berisi pertanyaan, jawaban reflektif singkat di kotak biru di bawahnya</a:t>
            </a:r>
          </a:p>
          <a:p>
            <a:r>
              <a:t>ELEMEN: Search-bar mockup sesuai plan ('Natural = lebih sehat?'). Aksen merah (jatah 1x) di 'komposisi'</a:t>
            </a:r>
          </a:p>
          <a:p>
            <a:r>
              <a:t>MOTION: Search bar rise → kotak jawaban rise, 'komposisi' stamp merah terakhir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list</a:t>
            </a:r>
          </a:p>
          <a:p>
            <a:r>
              <a:t>VISUAL: Empat glass card berisi hal praktis yang bisa dicek di label belakang</a:t>
            </a:r>
          </a:p>
          <a:p>
            <a:r>
              <a:t>ELEMEN: Checklist yang muncul satu per satu: pembaca langsung punya cara mengecek</a:t>
            </a:r>
          </a:p>
          <a:p>
            <a:r>
              <a:t>MOTION: Judul rise → tiap baris slide-in dari kiri berurutan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tenang: kotak biru + pill handle</a:t>
            </a:r>
          </a:p>
          <a:p>
            <a:r>
              <a:t>ELEMEN: CTA simpan &amp; share (B2C edukasi)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310562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bowl"/>
          <p:cNvSpPr/>
          <p:nvPr/>
        </p:nvSpPr>
        <p:spPr>
          <a:xfrm>
            <a:off x="4907756" y="3610451"/>
            <a:ext cx="471488" cy="445294"/>
          </a:xfrm>
          <a:custGeom>
            <a:avLst/>
            <a:gdLst/>
            <a:ahLst/>
            <a:cxnLst/>
            <a:rect l="l" t="t" r="r" b="b"/>
            <a:pathLst>
              <a:path w="471488" h="445294">
                <a:moveTo>
                  <a:pt x="0" y="209550"/>
                </a:moveTo>
                <a:lnTo>
                  <a:pt x="7858" y="209550"/>
                </a:lnTo>
                <a:lnTo>
                  <a:pt x="15716" y="209550"/>
                </a:lnTo>
                <a:lnTo>
                  <a:pt x="23575" y="209550"/>
                </a:lnTo>
                <a:lnTo>
                  <a:pt x="31433" y="209550"/>
                </a:lnTo>
                <a:lnTo>
                  <a:pt x="39291" y="209550"/>
                </a:lnTo>
                <a:lnTo>
                  <a:pt x="47149" y="209550"/>
                </a:lnTo>
                <a:lnTo>
                  <a:pt x="55007" y="209550"/>
                </a:lnTo>
                <a:lnTo>
                  <a:pt x="62865" y="209550"/>
                </a:lnTo>
                <a:lnTo>
                  <a:pt x="70723" y="209550"/>
                </a:lnTo>
                <a:lnTo>
                  <a:pt x="78582" y="209550"/>
                </a:lnTo>
                <a:lnTo>
                  <a:pt x="86440" y="209550"/>
                </a:lnTo>
                <a:lnTo>
                  <a:pt x="94298" y="209550"/>
                </a:lnTo>
                <a:lnTo>
                  <a:pt x="102156" y="209550"/>
                </a:lnTo>
                <a:lnTo>
                  <a:pt x="110014" y="209550"/>
                </a:lnTo>
                <a:lnTo>
                  <a:pt x="117872" y="209550"/>
                </a:lnTo>
                <a:lnTo>
                  <a:pt x="125730" y="209550"/>
                </a:lnTo>
                <a:lnTo>
                  <a:pt x="133588" y="209550"/>
                </a:lnTo>
                <a:lnTo>
                  <a:pt x="141446" y="209550"/>
                </a:lnTo>
                <a:lnTo>
                  <a:pt x="149305" y="209550"/>
                </a:lnTo>
                <a:lnTo>
                  <a:pt x="157163" y="209550"/>
                </a:lnTo>
                <a:lnTo>
                  <a:pt x="165021" y="209550"/>
                </a:lnTo>
                <a:lnTo>
                  <a:pt x="172879" y="209550"/>
                </a:lnTo>
                <a:lnTo>
                  <a:pt x="180737" y="209550"/>
                </a:lnTo>
                <a:lnTo>
                  <a:pt x="188595" y="209550"/>
                </a:lnTo>
                <a:lnTo>
                  <a:pt x="196453" y="209550"/>
                </a:lnTo>
                <a:lnTo>
                  <a:pt x="204312" y="209550"/>
                </a:lnTo>
                <a:lnTo>
                  <a:pt x="212170" y="209550"/>
                </a:lnTo>
                <a:lnTo>
                  <a:pt x="220028" y="209550"/>
                </a:lnTo>
                <a:lnTo>
                  <a:pt x="227886" y="209550"/>
                </a:lnTo>
                <a:lnTo>
                  <a:pt x="235744" y="209550"/>
                </a:lnTo>
                <a:lnTo>
                  <a:pt x="243602" y="209550"/>
                </a:lnTo>
                <a:lnTo>
                  <a:pt x="251460" y="209550"/>
                </a:lnTo>
                <a:lnTo>
                  <a:pt x="259318" y="209550"/>
                </a:lnTo>
                <a:lnTo>
                  <a:pt x="267176" y="209550"/>
                </a:lnTo>
                <a:lnTo>
                  <a:pt x="275035" y="209550"/>
                </a:lnTo>
                <a:lnTo>
                  <a:pt x="282893" y="209550"/>
                </a:lnTo>
                <a:lnTo>
                  <a:pt x="290751" y="209550"/>
                </a:lnTo>
                <a:lnTo>
                  <a:pt x="298609" y="209550"/>
                </a:lnTo>
                <a:lnTo>
                  <a:pt x="306467" y="209550"/>
                </a:lnTo>
                <a:lnTo>
                  <a:pt x="314325" y="209550"/>
                </a:lnTo>
                <a:lnTo>
                  <a:pt x="322183" y="209550"/>
                </a:lnTo>
                <a:lnTo>
                  <a:pt x="330042" y="209550"/>
                </a:lnTo>
                <a:lnTo>
                  <a:pt x="337900" y="209550"/>
                </a:lnTo>
                <a:lnTo>
                  <a:pt x="345758" y="209550"/>
                </a:lnTo>
                <a:lnTo>
                  <a:pt x="353616" y="209550"/>
                </a:lnTo>
                <a:lnTo>
                  <a:pt x="361474" y="209550"/>
                </a:lnTo>
                <a:lnTo>
                  <a:pt x="369332" y="209550"/>
                </a:lnTo>
                <a:lnTo>
                  <a:pt x="377190" y="209550"/>
                </a:lnTo>
                <a:lnTo>
                  <a:pt x="385048" y="209550"/>
                </a:lnTo>
                <a:lnTo>
                  <a:pt x="392906" y="209550"/>
                </a:lnTo>
                <a:lnTo>
                  <a:pt x="400765" y="209550"/>
                </a:lnTo>
                <a:lnTo>
                  <a:pt x="408623" y="209550"/>
                </a:lnTo>
                <a:lnTo>
                  <a:pt x="416481" y="209550"/>
                </a:lnTo>
                <a:lnTo>
                  <a:pt x="424339" y="209550"/>
                </a:lnTo>
                <a:lnTo>
                  <a:pt x="432197" y="209550"/>
                </a:lnTo>
                <a:lnTo>
                  <a:pt x="440055" y="209550"/>
                </a:lnTo>
                <a:lnTo>
                  <a:pt x="447913" y="209550"/>
                </a:lnTo>
                <a:lnTo>
                  <a:pt x="455772" y="209550"/>
                </a:lnTo>
                <a:lnTo>
                  <a:pt x="463630" y="209550"/>
                </a:lnTo>
                <a:lnTo>
                  <a:pt x="471488" y="209550"/>
                </a:lnTo>
                <a:lnTo>
                  <a:pt x="471488" y="209550"/>
                </a:lnTo>
                <a:lnTo>
                  <a:pt x="471356" y="217428"/>
                </a:lnTo>
                <a:lnTo>
                  <a:pt x="470961" y="225296"/>
                </a:lnTo>
                <a:lnTo>
                  <a:pt x="470304" y="233147"/>
                </a:lnTo>
                <a:lnTo>
                  <a:pt x="469384" y="240972"/>
                </a:lnTo>
                <a:lnTo>
                  <a:pt x="468204" y="248761"/>
                </a:lnTo>
                <a:lnTo>
                  <a:pt x="466764" y="256507"/>
                </a:lnTo>
                <a:lnTo>
                  <a:pt x="465066" y="264200"/>
                </a:lnTo>
                <a:lnTo>
                  <a:pt x="463112" y="271833"/>
                </a:lnTo>
                <a:lnTo>
                  <a:pt x="460903" y="279395"/>
                </a:lnTo>
                <a:lnTo>
                  <a:pt x="458444" y="286880"/>
                </a:lnTo>
                <a:lnTo>
                  <a:pt x="455735" y="294278"/>
                </a:lnTo>
                <a:lnTo>
                  <a:pt x="452781" y="301582"/>
                </a:lnTo>
                <a:lnTo>
                  <a:pt x="449585" y="308783"/>
                </a:lnTo>
                <a:lnTo>
                  <a:pt x="446150" y="315873"/>
                </a:lnTo>
                <a:lnTo>
                  <a:pt x="442479" y="322844"/>
                </a:lnTo>
                <a:lnTo>
                  <a:pt x="438578" y="329689"/>
                </a:lnTo>
                <a:lnTo>
                  <a:pt x="434451" y="336400"/>
                </a:lnTo>
                <a:lnTo>
                  <a:pt x="430101" y="342969"/>
                </a:lnTo>
                <a:lnTo>
                  <a:pt x="425534" y="349389"/>
                </a:lnTo>
                <a:lnTo>
                  <a:pt x="420756" y="355652"/>
                </a:lnTo>
                <a:lnTo>
                  <a:pt x="415770" y="361753"/>
                </a:lnTo>
                <a:lnTo>
                  <a:pt x="410584" y="367684"/>
                </a:lnTo>
                <a:lnTo>
                  <a:pt x="405202" y="373438"/>
                </a:lnTo>
                <a:lnTo>
                  <a:pt x="399631" y="379008"/>
                </a:lnTo>
                <a:lnTo>
                  <a:pt x="393877" y="384390"/>
                </a:lnTo>
                <a:lnTo>
                  <a:pt x="387947" y="389576"/>
                </a:lnTo>
                <a:lnTo>
                  <a:pt x="381846" y="394562"/>
                </a:lnTo>
                <a:lnTo>
                  <a:pt x="375582" y="399340"/>
                </a:lnTo>
                <a:lnTo>
                  <a:pt x="369162" y="403907"/>
                </a:lnTo>
                <a:lnTo>
                  <a:pt x="362594" y="408257"/>
                </a:lnTo>
                <a:lnTo>
                  <a:pt x="355883" y="412385"/>
                </a:lnTo>
                <a:lnTo>
                  <a:pt x="349038" y="416286"/>
                </a:lnTo>
                <a:lnTo>
                  <a:pt x="342067" y="419956"/>
                </a:lnTo>
                <a:lnTo>
                  <a:pt x="334977" y="423391"/>
                </a:lnTo>
                <a:lnTo>
                  <a:pt x="327776" y="426588"/>
                </a:lnTo>
                <a:lnTo>
                  <a:pt x="320472" y="429542"/>
                </a:lnTo>
                <a:lnTo>
                  <a:pt x="313074" y="432250"/>
                </a:lnTo>
                <a:lnTo>
                  <a:pt x="305589" y="434710"/>
                </a:lnTo>
                <a:lnTo>
                  <a:pt x="298026" y="436918"/>
                </a:lnTo>
                <a:lnTo>
                  <a:pt x="290394" y="438872"/>
                </a:lnTo>
                <a:lnTo>
                  <a:pt x="282701" y="440570"/>
                </a:lnTo>
                <a:lnTo>
                  <a:pt x="274955" y="442010"/>
                </a:lnTo>
                <a:lnTo>
                  <a:pt x="267166" y="443191"/>
                </a:lnTo>
                <a:lnTo>
                  <a:pt x="259341" y="444110"/>
                </a:lnTo>
                <a:lnTo>
                  <a:pt x="251490" y="444768"/>
                </a:lnTo>
                <a:lnTo>
                  <a:pt x="243621" y="445162"/>
                </a:lnTo>
                <a:lnTo>
                  <a:pt x="235744" y="445294"/>
                </a:lnTo>
                <a:lnTo>
                  <a:pt x="227867" y="445162"/>
                </a:lnTo>
                <a:lnTo>
                  <a:pt x="219998" y="444768"/>
                </a:lnTo>
                <a:lnTo>
                  <a:pt x="212147" y="444110"/>
                </a:lnTo>
                <a:lnTo>
                  <a:pt x="204322" y="443191"/>
                </a:lnTo>
                <a:lnTo>
                  <a:pt x="196533" y="442010"/>
                </a:lnTo>
                <a:lnTo>
                  <a:pt x="188787" y="440570"/>
                </a:lnTo>
                <a:lnTo>
                  <a:pt x="181094" y="438872"/>
                </a:lnTo>
                <a:lnTo>
                  <a:pt x="173462" y="436918"/>
                </a:lnTo>
                <a:lnTo>
                  <a:pt x="165899" y="434710"/>
                </a:lnTo>
                <a:lnTo>
                  <a:pt x="158414" y="432250"/>
                </a:lnTo>
                <a:lnTo>
                  <a:pt x="151016" y="429542"/>
                </a:lnTo>
                <a:lnTo>
                  <a:pt x="143712" y="426588"/>
                </a:lnTo>
                <a:lnTo>
                  <a:pt x="136511" y="423391"/>
                </a:lnTo>
                <a:lnTo>
                  <a:pt x="129421" y="419956"/>
                </a:lnTo>
                <a:lnTo>
                  <a:pt x="122450" y="416286"/>
                </a:lnTo>
                <a:lnTo>
                  <a:pt x="115605" y="412385"/>
                </a:lnTo>
                <a:lnTo>
                  <a:pt x="108894" y="408257"/>
                </a:lnTo>
                <a:lnTo>
                  <a:pt x="102326" y="403907"/>
                </a:lnTo>
                <a:lnTo>
                  <a:pt x="95906" y="399340"/>
                </a:lnTo>
                <a:lnTo>
                  <a:pt x="89642" y="394562"/>
                </a:lnTo>
                <a:lnTo>
                  <a:pt x="83541" y="389576"/>
                </a:lnTo>
                <a:lnTo>
                  <a:pt x="77611" y="384390"/>
                </a:lnTo>
                <a:lnTo>
                  <a:pt x="71857" y="379008"/>
                </a:lnTo>
                <a:lnTo>
                  <a:pt x="66286" y="373438"/>
                </a:lnTo>
                <a:lnTo>
                  <a:pt x="60904" y="367684"/>
                </a:lnTo>
                <a:lnTo>
                  <a:pt x="55718" y="361753"/>
                </a:lnTo>
                <a:lnTo>
                  <a:pt x="50732" y="355652"/>
                </a:lnTo>
                <a:lnTo>
                  <a:pt x="45954" y="349389"/>
                </a:lnTo>
                <a:lnTo>
                  <a:pt x="41387" y="342969"/>
                </a:lnTo>
                <a:lnTo>
                  <a:pt x="37037" y="336400"/>
                </a:lnTo>
                <a:lnTo>
                  <a:pt x="32910" y="329689"/>
                </a:lnTo>
                <a:lnTo>
                  <a:pt x="29009" y="322844"/>
                </a:lnTo>
                <a:lnTo>
                  <a:pt x="25338" y="315873"/>
                </a:lnTo>
                <a:lnTo>
                  <a:pt x="21903" y="308783"/>
                </a:lnTo>
                <a:lnTo>
                  <a:pt x="18707" y="301582"/>
                </a:lnTo>
                <a:lnTo>
                  <a:pt x="15753" y="294278"/>
                </a:lnTo>
                <a:lnTo>
                  <a:pt x="13044" y="286880"/>
                </a:lnTo>
                <a:lnTo>
                  <a:pt x="10585" y="279395"/>
                </a:lnTo>
                <a:lnTo>
                  <a:pt x="8376" y="271833"/>
                </a:lnTo>
                <a:lnTo>
                  <a:pt x="6422" y="264200"/>
                </a:lnTo>
                <a:lnTo>
                  <a:pt x="4724" y="256507"/>
                </a:lnTo>
                <a:lnTo>
                  <a:pt x="3284" y="248761"/>
                </a:lnTo>
                <a:lnTo>
                  <a:pt x="2104" y="240972"/>
                </a:lnTo>
                <a:lnTo>
                  <a:pt x="1184" y="233147"/>
                </a:lnTo>
                <a:lnTo>
                  <a:pt x="527" y="225296"/>
                </a:lnTo>
                <a:lnTo>
                  <a:pt x="132" y="217428"/>
                </a:lnTo>
                <a:lnTo>
                  <a:pt x="0" y="209550"/>
                </a:lnTo>
                <a:moveTo>
                  <a:pt x="130969" y="104775"/>
                </a:moveTo>
                <a:lnTo>
                  <a:pt x="131636" y="94965"/>
                </a:lnTo>
                <a:lnTo>
                  <a:pt x="133515" y="86366"/>
                </a:lnTo>
                <a:lnTo>
                  <a:pt x="136417" y="78791"/>
                </a:lnTo>
                <a:lnTo>
                  <a:pt x="140158" y="72054"/>
                </a:lnTo>
                <a:lnTo>
                  <a:pt x="144551" y="65970"/>
                </a:lnTo>
                <a:lnTo>
                  <a:pt x="149409" y="60351"/>
                </a:lnTo>
                <a:lnTo>
                  <a:pt x="154547" y="55011"/>
                </a:lnTo>
                <a:lnTo>
                  <a:pt x="159778" y="49764"/>
                </a:lnTo>
                <a:lnTo>
                  <a:pt x="164916" y="44425"/>
                </a:lnTo>
                <a:lnTo>
                  <a:pt x="169775" y="38806"/>
                </a:lnTo>
                <a:lnTo>
                  <a:pt x="174167" y="32721"/>
                </a:lnTo>
                <a:lnTo>
                  <a:pt x="177908" y="25984"/>
                </a:lnTo>
                <a:lnTo>
                  <a:pt x="180811" y="18410"/>
                </a:lnTo>
                <a:lnTo>
                  <a:pt x="182689" y="9810"/>
                </a:lnTo>
                <a:lnTo>
                  <a:pt x="183356" y="0"/>
                </a:lnTo>
                <a:moveTo>
                  <a:pt x="261938" y="104775"/>
                </a:moveTo>
                <a:lnTo>
                  <a:pt x="262605" y="94965"/>
                </a:lnTo>
                <a:lnTo>
                  <a:pt x="264483" y="86366"/>
                </a:lnTo>
                <a:lnTo>
                  <a:pt x="267386" y="78791"/>
                </a:lnTo>
                <a:lnTo>
                  <a:pt x="271127" y="72054"/>
                </a:lnTo>
                <a:lnTo>
                  <a:pt x="275520" y="65970"/>
                </a:lnTo>
                <a:lnTo>
                  <a:pt x="280378" y="60351"/>
                </a:lnTo>
                <a:lnTo>
                  <a:pt x="285516" y="55011"/>
                </a:lnTo>
                <a:lnTo>
                  <a:pt x="290747" y="49764"/>
                </a:lnTo>
                <a:lnTo>
                  <a:pt x="295885" y="44425"/>
                </a:lnTo>
                <a:lnTo>
                  <a:pt x="300743" y="38806"/>
                </a:lnTo>
                <a:lnTo>
                  <a:pt x="305136" y="32721"/>
                </a:lnTo>
                <a:lnTo>
                  <a:pt x="308877" y="25984"/>
                </a:lnTo>
                <a:lnTo>
                  <a:pt x="311780" y="18410"/>
                </a:lnTo>
                <a:lnTo>
                  <a:pt x="313658" y="9810"/>
                </a:lnTo>
                <a:lnTo>
                  <a:pt x="314325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59523" y="4877276"/>
            <a:ext cx="1967954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Nutrition</a:t>
            </a:r>
          </a:p>
        </p:txBody>
      </p:sp>
      <p:sp>
        <p:nvSpPr>
          <p:cNvPr id="5" name="Highlight"/>
          <p:cNvSpPr/>
          <p:nvPr/>
        </p:nvSpPr>
        <p:spPr>
          <a:xfrm>
            <a:off x="4608909" y="5828824"/>
            <a:ext cx="3329434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5745004"/>
            <a:ext cx="8763000" cy="269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Label  Natural 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di Kemasan,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beneran lebih sehat?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8785384"/>
            <a:ext cx="81915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Atau cuma strategi marketing?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arch bar"/>
          <p:cNvSpPr/>
          <p:nvPr/>
        </p:nvSpPr>
        <p:spPr>
          <a:xfrm>
            <a:off x="762000" y="3632835"/>
            <a:ext cx="8763000" cy="1181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search"/>
          <p:cNvSpPr/>
          <p:nvPr/>
        </p:nvSpPr>
        <p:spPr>
          <a:xfrm>
            <a:off x="1244600" y="4020185"/>
            <a:ext cx="431800" cy="431800"/>
          </a:xfrm>
          <a:custGeom>
            <a:avLst/>
            <a:gdLst/>
            <a:ahLst/>
            <a:cxnLst/>
            <a:rect l="l" t="t" r="r" b="b"/>
            <a:pathLst>
              <a:path w="431800" h="431800">
                <a:moveTo>
                  <a:pt x="0" y="165100"/>
                </a:moveTo>
                <a:lnTo>
                  <a:pt x="176" y="172725"/>
                </a:lnTo>
                <a:lnTo>
                  <a:pt x="704" y="180334"/>
                </a:lnTo>
                <a:lnTo>
                  <a:pt x="1583" y="187910"/>
                </a:lnTo>
                <a:lnTo>
                  <a:pt x="2811" y="195437"/>
                </a:lnTo>
                <a:lnTo>
                  <a:pt x="4385" y="202900"/>
                </a:lnTo>
                <a:lnTo>
                  <a:pt x="6303" y="210282"/>
                </a:lnTo>
                <a:lnTo>
                  <a:pt x="8559" y="217567"/>
                </a:lnTo>
                <a:lnTo>
                  <a:pt x="11149" y="224741"/>
                </a:lnTo>
                <a:lnTo>
                  <a:pt x="14068" y="231787"/>
                </a:lnTo>
                <a:lnTo>
                  <a:pt x="17309" y="238691"/>
                </a:lnTo>
                <a:lnTo>
                  <a:pt x="20865" y="245438"/>
                </a:lnTo>
                <a:lnTo>
                  <a:pt x="24729" y="252014"/>
                </a:lnTo>
                <a:lnTo>
                  <a:pt x="28893" y="258404"/>
                </a:lnTo>
                <a:lnTo>
                  <a:pt x="33347" y="264595"/>
                </a:lnTo>
                <a:lnTo>
                  <a:pt x="38083" y="270574"/>
                </a:lnTo>
                <a:lnTo>
                  <a:pt x="43090" y="276327"/>
                </a:lnTo>
                <a:lnTo>
                  <a:pt x="48357" y="281843"/>
                </a:lnTo>
                <a:lnTo>
                  <a:pt x="53873" y="287110"/>
                </a:lnTo>
                <a:lnTo>
                  <a:pt x="59626" y="292117"/>
                </a:lnTo>
                <a:lnTo>
                  <a:pt x="65605" y="296853"/>
                </a:lnTo>
                <a:lnTo>
                  <a:pt x="71796" y="301307"/>
                </a:lnTo>
                <a:lnTo>
                  <a:pt x="78186" y="305471"/>
                </a:lnTo>
                <a:lnTo>
                  <a:pt x="84762" y="309335"/>
                </a:lnTo>
                <a:lnTo>
                  <a:pt x="91509" y="312891"/>
                </a:lnTo>
                <a:lnTo>
                  <a:pt x="98413" y="316132"/>
                </a:lnTo>
                <a:lnTo>
                  <a:pt x="105459" y="319051"/>
                </a:lnTo>
                <a:lnTo>
                  <a:pt x="112633" y="321641"/>
                </a:lnTo>
                <a:lnTo>
                  <a:pt x="119918" y="323897"/>
                </a:lnTo>
                <a:lnTo>
                  <a:pt x="127300" y="325815"/>
                </a:lnTo>
                <a:lnTo>
                  <a:pt x="134763" y="327389"/>
                </a:lnTo>
                <a:lnTo>
                  <a:pt x="142290" y="328617"/>
                </a:lnTo>
                <a:lnTo>
                  <a:pt x="149866" y="329496"/>
                </a:lnTo>
                <a:lnTo>
                  <a:pt x="157475" y="330024"/>
                </a:lnTo>
                <a:lnTo>
                  <a:pt x="165100" y="330200"/>
                </a:lnTo>
                <a:lnTo>
                  <a:pt x="172725" y="330024"/>
                </a:lnTo>
                <a:lnTo>
                  <a:pt x="180334" y="329496"/>
                </a:lnTo>
                <a:lnTo>
                  <a:pt x="187910" y="328617"/>
                </a:lnTo>
                <a:lnTo>
                  <a:pt x="195437" y="327389"/>
                </a:lnTo>
                <a:lnTo>
                  <a:pt x="202900" y="325815"/>
                </a:lnTo>
                <a:lnTo>
                  <a:pt x="210282" y="323897"/>
                </a:lnTo>
                <a:lnTo>
                  <a:pt x="217567" y="321641"/>
                </a:lnTo>
                <a:lnTo>
                  <a:pt x="224741" y="319051"/>
                </a:lnTo>
                <a:lnTo>
                  <a:pt x="231787" y="316132"/>
                </a:lnTo>
                <a:lnTo>
                  <a:pt x="238691" y="312891"/>
                </a:lnTo>
                <a:lnTo>
                  <a:pt x="245438" y="309335"/>
                </a:lnTo>
                <a:lnTo>
                  <a:pt x="252014" y="305471"/>
                </a:lnTo>
                <a:lnTo>
                  <a:pt x="258404" y="301307"/>
                </a:lnTo>
                <a:lnTo>
                  <a:pt x="264595" y="296853"/>
                </a:lnTo>
                <a:lnTo>
                  <a:pt x="270574" y="292117"/>
                </a:lnTo>
                <a:lnTo>
                  <a:pt x="276327" y="287110"/>
                </a:lnTo>
                <a:lnTo>
                  <a:pt x="281843" y="281843"/>
                </a:lnTo>
                <a:lnTo>
                  <a:pt x="287110" y="276327"/>
                </a:lnTo>
                <a:lnTo>
                  <a:pt x="292117" y="270574"/>
                </a:lnTo>
                <a:lnTo>
                  <a:pt x="296853" y="264595"/>
                </a:lnTo>
                <a:lnTo>
                  <a:pt x="301307" y="258404"/>
                </a:lnTo>
                <a:lnTo>
                  <a:pt x="305471" y="252014"/>
                </a:lnTo>
                <a:lnTo>
                  <a:pt x="309335" y="245438"/>
                </a:lnTo>
                <a:lnTo>
                  <a:pt x="312891" y="238691"/>
                </a:lnTo>
                <a:lnTo>
                  <a:pt x="316132" y="231787"/>
                </a:lnTo>
                <a:lnTo>
                  <a:pt x="319051" y="224741"/>
                </a:lnTo>
                <a:lnTo>
                  <a:pt x="321641" y="217567"/>
                </a:lnTo>
                <a:lnTo>
                  <a:pt x="323897" y="210282"/>
                </a:lnTo>
                <a:lnTo>
                  <a:pt x="325815" y="202900"/>
                </a:lnTo>
                <a:lnTo>
                  <a:pt x="327389" y="195437"/>
                </a:lnTo>
                <a:lnTo>
                  <a:pt x="328617" y="187910"/>
                </a:lnTo>
                <a:lnTo>
                  <a:pt x="329496" y="180334"/>
                </a:lnTo>
                <a:lnTo>
                  <a:pt x="330024" y="172725"/>
                </a:lnTo>
                <a:lnTo>
                  <a:pt x="330200" y="165100"/>
                </a:lnTo>
                <a:lnTo>
                  <a:pt x="330200" y="165100"/>
                </a:lnTo>
                <a:lnTo>
                  <a:pt x="330024" y="157475"/>
                </a:lnTo>
                <a:lnTo>
                  <a:pt x="329496" y="149866"/>
                </a:lnTo>
                <a:lnTo>
                  <a:pt x="328617" y="142290"/>
                </a:lnTo>
                <a:lnTo>
                  <a:pt x="327389" y="134763"/>
                </a:lnTo>
                <a:lnTo>
                  <a:pt x="325815" y="127300"/>
                </a:lnTo>
                <a:lnTo>
                  <a:pt x="323897" y="119918"/>
                </a:lnTo>
                <a:lnTo>
                  <a:pt x="321641" y="112633"/>
                </a:lnTo>
                <a:lnTo>
                  <a:pt x="319051" y="105459"/>
                </a:lnTo>
                <a:lnTo>
                  <a:pt x="316132" y="98413"/>
                </a:lnTo>
                <a:lnTo>
                  <a:pt x="312891" y="91509"/>
                </a:lnTo>
                <a:lnTo>
                  <a:pt x="309335" y="84762"/>
                </a:lnTo>
                <a:lnTo>
                  <a:pt x="305471" y="78186"/>
                </a:lnTo>
                <a:lnTo>
                  <a:pt x="301307" y="71796"/>
                </a:lnTo>
                <a:lnTo>
                  <a:pt x="296853" y="65605"/>
                </a:lnTo>
                <a:lnTo>
                  <a:pt x="292117" y="59626"/>
                </a:lnTo>
                <a:lnTo>
                  <a:pt x="287110" y="53873"/>
                </a:lnTo>
                <a:lnTo>
                  <a:pt x="281843" y="48357"/>
                </a:lnTo>
                <a:lnTo>
                  <a:pt x="276327" y="43090"/>
                </a:lnTo>
                <a:lnTo>
                  <a:pt x="270574" y="38083"/>
                </a:lnTo>
                <a:lnTo>
                  <a:pt x="264595" y="33347"/>
                </a:lnTo>
                <a:lnTo>
                  <a:pt x="258404" y="28893"/>
                </a:lnTo>
                <a:lnTo>
                  <a:pt x="252014" y="24729"/>
                </a:lnTo>
                <a:lnTo>
                  <a:pt x="245438" y="20865"/>
                </a:lnTo>
                <a:lnTo>
                  <a:pt x="238691" y="17309"/>
                </a:lnTo>
                <a:lnTo>
                  <a:pt x="231787" y="14068"/>
                </a:lnTo>
                <a:lnTo>
                  <a:pt x="224741" y="11149"/>
                </a:lnTo>
                <a:lnTo>
                  <a:pt x="217567" y="8559"/>
                </a:lnTo>
                <a:lnTo>
                  <a:pt x="210282" y="6303"/>
                </a:lnTo>
                <a:lnTo>
                  <a:pt x="202900" y="4385"/>
                </a:lnTo>
                <a:lnTo>
                  <a:pt x="195437" y="2811"/>
                </a:lnTo>
                <a:lnTo>
                  <a:pt x="187910" y="1583"/>
                </a:lnTo>
                <a:lnTo>
                  <a:pt x="180334" y="704"/>
                </a:lnTo>
                <a:lnTo>
                  <a:pt x="172725" y="176"/>
                </a:lnTo>
                <a:lnTo>
                  <a:pt x="165100" y="0"/>
                </a:lnTo>
                <a:lnTo>
                  <a:pt x="157475" y="176"/>
                </a:lnTo>
                <a:lnTo>
                  <a:pt x="149866" y="704"/>
                </a:lnTo>
                <a:lnTo>
                  <a:pt x="142290" y="1583"/>
                </a:lnTo>
                <a:lnTo>
                  <a:pt x="134763" y="2811"/>
                </a:lnTo>
                <a:lnTo>
                  <a:pt x="127300" y="4385"/>
                </a:lnTo>
                <a:lnTo>
                  <a:pt x="119918" y="6303"/>
                </a:lnTo>
                <a:lnTo>
                  <a:pt x="112633" y="8559"/>
                </a:lnTo>
                <a:lnTo>
                  <a:pt x="105459" y="11149"/>
                </a:lnTo>
                <a:lnTo>
                  <a:pt x="98413" y="14068"/>
                </a:lnTo>
                <a:lnTo>
                  <a:pt x="91509" y="17309"/>
                </a:lnTo>
                <a:lnTo>
                  <a:pt x="84762" y="20865"/>
                </a:lnTo>
                <a:lnTo>
                  <a:pt x="78186" y="24729"/>
                </a:lnTo>
                <a:lnTo>
                  <a:pt x="71796" y="28893"/>
                </a:lnTo>
                <a:lnTo>
                  <a:pt x="65605" y="33347"/>
                </a:lnTo>
                <a:lnTo>
                  <a:pt x="59626" y="38083"/>
                </a:lnTo>
                <a:lnTo>
                  <a:pt x="53873" y="43090"/>
                </a:lnTo>
                <a:lnTo>
                  <a:pt x="48357" y="48357"/>
                </a:lnTo>
                <a:lnTo>
                  <a:pt x="43090" y="53873"/>
                </a:lnTo>
                <a:lnTo>
                  <a:pt x="38083" y="59626"/>
                </a:lnTo>
                <a:lnTo>
                  <a:pt x="33347" y="65605"/>
                </a:lnTo>
                <a:lnTo>
                  <a:pt x="28893" y="71796"/>
                </a:lnTo>
                <a:lnTo>
                  <a:pt x="24729" y="78186"/>
                </a:lnTo>
                <a:lnTo>
                  <a:pt x="20865" y="84762"/>
                </a:lnTo>
                <a:lnTo>
                  <a:pt x="17309" y="91509"/>
                </a:lnTo>
                <a:lnTo>
                  <a:pt x="14068" y="98413"/>
                </a:lnTo>
                <a:lnTo>
                  <a:pt x="11149" y="105459"/>
                </a:lnTo>
                <a:lnTo>
                  <a:pt x="8559" y="112633"/>
                </a:lnTo>
                <a:lnTo>
                  <a:pt x="6303" y="119918"/>
                </a:lnTo>
                <a:lnTo>
                  <a:pt x="4385" y="127300"/>
                </a:lnTo>
                <a:lnTo>
                  <a:pt x="2811" y="134763"/>
                </a:lnTo>
                <a:lnTo>
                  <a:pt x="1583" y="142290"/>
                </a:lnTo>
                <a:lnTo>
                  <a:pt x="704" y="149866"/>
                </a:lnTo>
                <a:lnTo>
                  <a:pt x="176" y="157475"/>
                </a:lnTo>
                <a:lnTo>
                  <a:pt x="0" y="165100"/>
                </a:lnTo>
                <a:moveTo>
                  <a:pt x="292100" y="292100"/>
                </a:moveTo>
                <a:lnTo>
                  <a:pt x="297688" y="297688"/>
                </a:lnTo>
                <a:lnTo>
                  <a:pt x="303276" y="303276"/>
                </a:lnTo>
                <a:lnTo>
                  <a:pt x="308864" y="308864"/>
                </a:lnTo>
                <a:lnTo>
                  <a:pt x="314452" y="314452"/>
                </a:lnTo>
                <a:lnTo>
                  <a:pt x="320040" y="320040"/>
                </a:lnTo>
                <a:lnTo>
                  <a:pt x="325628" y="325628"/>
                </a:lnTo>
                <a:lnTo>
                  <a:pt x="331216" y="331216"/>
                </a:lnTo>
                <a:lnTo>
                  <a:pt x="336804" y="336804"/>
                </a:lnTo>
                <a:lnTo>
                  <a:pt x="342392" y="342392"/>
                </a:lnTo>
                <a:lnTo>
                  <a:pt x="347980" y="347980"/>
                </a:lnTo>
                <a:lnTo>
                  <a:pt x="353568" y="353568"/>
                </a:lnTo>
                <a:lnTo>
                  <a:pt x="359156" y="359156"/>
                </a:lnTo>
                <a:lnTo>
                  <a:pt x="364744" y="364744"/>
                </a:lnTo>
                <a:lnTo>
                  <a:pt x="370332" y="370332"/>
                </a:lnTo>
                <a:lnTo>
                  <a:pt x="375920" y="375920"/>
                </a:lnTo>
                <a:lnTo>
                  <a:pt x="381508" y="381508"/>
                </a:lnTo>
                <a:lnTo>
                  <a:pt x="387096" y="387096"/>
                </a:lnTo>
                <a:lnTo>
                  <a:pt x="392684" y="392684"/>
                </a:lnTo>
                <a:lnTo>
                  <a:pt x="398272" y="398272"/>
                </a:lnTo>
                <a:lnTo>
                  <a:pt x="403860" y="403860"/>
                </a:lnTo>
                <a:lnTo>
                  <a:pt x="409448" y="409448"/>
                </a:lnTo>
                <a:lnTo>
                  <a:pt x="415036" y="415036"/>
                </a:lnTo>
                <a:lnTo>
                  <a:pt x="420624" y="420624"/>
                </a:lnTo>
                <a:lnTo>
                  <a:pt x="426212" y="426212"/>
                </a:lnTo>
                <a:lnTo>
                  <a:pt x="431800" y="431800"/>
                </a:lnTo>
              </a:path>
            </a:pathLst>
          </a:custGeom>
          <a:noFill/>
          <a:ln w="60960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Query"/>
          <p:cNvSpPr txBox="1"/>
          <p:nvPr/>
        </p:nvSpPr>
        <p:spPr>
          <a:xfrm>
            <a:off x="2000250" y="3632835"/>
            <a:ext cx="7143750" cy="1181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4320"/>
              </a:lnSpc>
            </a:pPr>
            <a:r>
              <a:rPr b="0" i="0" sz="3600">
                <a:solidFill>
                  <a:srgbClr val="0B233D"/>
                </a:solidFill>
                <a:latin typeface="Poppins SemiBold"/>
              </a:rPr>
              <a:t>Natural = lebih sehat?</a:t>
            </a:r>
          </a:p>
        </p:txBody>
      </p:sp>
      <p:sp>
        <p:nvSpPr>
          <p:cNvPr id="5" name="Kotak"/>
          <p:cNvSpPr/>
          <p:nvPr/>
        </p:nvSpPr>
        <p:spPr>
          <a:xfrm>
            <a:off x="762000" y="5156835"/>
            <a:ext cx="8763000" cy="3688080"/>
          </a:xfrm>
          <a:prstGeom prst="roundRect">
            <a:avLst>
              <a:gd name="adj" fmla="val 10330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Highlight"/>
          <p:cNvSpPr/>
          <p:nvPr/>
        </p:nvSpPr>
        <p:spPr>
          <a:xfrm>
            <a:off x="2348954" y="7803261"/>
            <a:ext cx="2676079" cy="505206"/>
          </a:xfrm>
          <a:prstGeom prst="roundRect">
            <a:avLst>
              <a:gd name="adj" fmla="val 19607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ks"/>
          <p:cNvSpPr txBox="1"/>
          <p:nvPr/>
        </p:nvSpPr>
        <p:spPr>
          <a:xfrm>
            <a:off x="1257300" y="5614035"/>
            <a:ext cx="7772400" cy="2773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59"/>
              </a:lnSpc>
            </a:pPr>
            <a:r>
              <a:rPr b="0" i="0" sz="3900">
                <a:solidFill>
                  <a:srgbClr val="FFFFFF"/>
                </a:solidFill>
                <a:latin typeface="Poppins Medium"/>
              </a:rPr>
              <a:t>Belum tentu. Kata 'natural' di</a:t>
            </a:r>
            <a:br/>
            <a:r>
              <a:rPr b="0" i="0" sz="3900">
                <a:solidFill>
                  <a:srgbClr val="FFFFFF"/>
                </a:solidFill>
                <a:latin typeface="Poppins Medium"/>
              </a:rPr>
              <a:t>depan kemasan tidak</a:t>
            </a:r>
            <a:br/>
            <a:r>
              <a:rPr b="0" i="0" sz="3900">
                <a:solidFill>
                  <a:srgbClr val="FFFFFF"/>
                </a:solidFill>
                <a:latin typeface="Poppins Medium"/>
              </a:rPr>
              <a:t>otomatis berarti lebih sehat.</a:t>
            </a:r>
            <a:br/>
            <a:r>
              <a:rPr b="0" i="0" sz="3900">
                <a:solidFill>
                  <a:srgbClr val="FFFFFF"/>
                </a:solidFill>
                <a:latin typeface="Poppins Medium"/>
              </a:rPr>
              <a:t>Cek  komposisi-nya.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979039"/>
            <a:ext cx="8763000" cy="15285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17"/>
              </a:lnSpc>
            </a:pPr>
            <a:r>
              <a:rPr b="0" i="0" sz="5100">
                <a:solidFill>
                  <a:srgbClr val="FFFFFF"/>
                </a:solidFill>
                <a:latin typeface="Poppins ExtraBold"/>
              </a:rPr>
              <a:t>Yang dicek di belakang kemasan</a:t>
            </a:r>
          </a:p>
        </p:txBody>
      </p:sp>
      <p:sp>
        <p:nvSpPr>
          <p:cNvPr id="3" name="Baris 1"/>
          <p:cNvSpPr/>
          <p:nvPr/>
        </p:nvSpPr>
        <p:spPr>
          <a:xfrm>
            <a:off x="762000" y="4736211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Bulatan centang"/>
          <p:cNvSpPr/>
          <p:nvPr/>
        </p:nvSpPr>
        <p:spPr>
          <a:xfrm>
            <a:off x="1085850" y="4907661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kon check"/>
          <p:cNvSpPr/>
          <p:nvPr/>
        </p:nvSpPr>
        <p:spPr>
          <a:xfrm>
            <a:off x="1327150" y="5186664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 baris"/>
          <p:cNvSpPr txBox="1"/>
          <p:nvPr/>
        </p:nvSpPr>
        <p:spPr>
          <a:xfrm>
            <a:off x="2076450" y="4736211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Daftar komposisi</a:t>
            </a:r>
          </a:p>
        </p:txBody>
      </p:sp>
      <p:sp>
        <p:nvSpPr>
          <p:cNvPr id="7" name="Baris 2"/>
          <p:cNvSpPr/>
          <p:nvPr/>
        </p:nvSpPr>
        <p:spPr>
          <a:xfrm>
            <a:off x="762000" y="6031611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Bulatan centang"/>
          <p:cNvSpPr/>
          <p:nvPr/>
        </p:nvSpPr>
        <p:spPr>
          <a:xfrm>
            <a:off x="1085850" y="6203061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kon check"/>
          <p:cNvSpPr/>
          <p:nvPr/>
        </p:nvSpPr>
        <p:spPr>
          <a:xfrm>
            <a:off x="1327150" y="6482064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ks baris"/>
          <p:cNvSpPr txBox="1"/>
          <p:nvPr/>
        </p:nvSpPr>
        <p:spPr>
          <a:xfrm>
            <a:off x="2076450" y="6031611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Kandungan gula</a:t>
            </a:r>
          </a:p>
        </p:txBody>
      </p:sp>
      <p:sp>
        <p:nvSpPr>
          <p:cNvPr id="11" name="Baris 3"/>
          <p:cNvSpPr/>
          <p:nvPr/>
        </p:nvSpPr>
        <p:spPr>
          <a:xfrm>
            <a:off x="762000" y="7327011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Bulatan centang"/>
          <p:cNvSpPr/>
          <p:nvPr/>
        </p:nvSpPr>
        <p:spPr>
          <a:xfrm>
            <a:off x="1085850" y="7498461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Ikon check"/>
          <p:cNvSpPr/>
          <p:nvPr/>
        </p:nvSpPr>
        <p:spPr>
          <a:xfrm>
            <a:off x="1327150" y="7777464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ks baris"/>
          <p:cNvSpPr txBox="1"/>
          <p:nvPr/>
        </p:nvSpPr>
        <p:spPr>
          <a:xfrm>
            <a:off x="2076450" y="7327011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Takaran saji</a:t>
            </a:r>
          </a:p>
        </p:txBody>
      </p:sp>
      <p:sp>
        <p:nvSpPr>
          <p:cNvPr id="15" name="Baris 4"/>
          <p:cNvSpPr/>
          <p:nvPr/>
        </p:nvSpPr>
        <p:spPr>
          <a:xfrm>
            <a:off x="762000" y="8622411"/>
            <a:ext cx="8763000" cy="1066800"/>
          </a:xfrm>
          <a:prstGeom prst="roundRect">
            <a:avLst>
              <a:gd name="adj" fmla="val 39285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Bulatan centang"/>
          <p:cNvSpPr/>
          <p:nvPr/>
        </p:nvSpPr>
        <p:spPr>
          <a:xfrm>
            <a:off x="1085850" y="8793861"/>
            <a:ext cx="723900" cy="723900"/>
          </a:xfrm>
          <a:prstGeom prst="ellipse">
            <a:avLst/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kon check"/>
          <p:cNvSpPr/>
          <p:nvPr/>
        </p:nvSpPr>
        <p:spPr>
          <a:xfrm>
            <a:off x="1327150" y="9072864"/>
            <a:ext cx="241300" cy="165894"/>
          </a:xfrm>
          <a:custGeom>
            <a:avLst/>
            <a:gdLst/>
            <a:ahLst/>
            <a:cxnLst/>
            <a:rect l="l" t="t" r="r" b="b"/>
            <a:pathLst>
              <a:path w="241300" h="165894">
                <a:moveTo>
                  <a:pt x="0" y="90488"/>
                </a:moveTo>
                <a:lnTo>
                  <a:pt x="3279" y="93766"/>
                </a:lnTo>
                <a:lnTo>
                  <a:pt x="6557" y="97045"/>
                </a:lnTo>
                <a:lnTo>
                  <a:pt x="9836" y="100323"/>
                </a:lnTo>
                <a:lnTo>
                  <a:pt x="13114" y="103602"/>
                </a:lnTo>
                <a:lnTo>
                  <a:pt x="16393" y="106880"/>
                </a:lnTo>
                <a:lnTo>
                  <a:pt x="19671" y="110159"/>
                </a:lnTo>
                <a:lnTo>
                  <a:pt x="22950" y="113437"/>
                </a:lnTo>
                <a:lnTo>
                  <a:pt x="26228" y="116716"/>
                </a:lnTo>
                <a:lnTo>
                  <a:pt x="29507" y="119994"/>
                </a:lnTo>
                <a:lnTo>
                  <a:pt x="32785" y="123273"/>
                </a:lnTo>
                <a:lnTo>
                  <a:pt x="36064" y="126551"/>
                </a:lnTo>
                <a:lnTo>
                  <a:pt x="39342" y="129830"/>
                </a:lnTo>
                <a:lnTo>
                  <a:pt x="42621" y="133109"/>
                </a:lnTo>
                <a:lnTo>
                  <a:pt x="45899" y="136387"/>
                </a:lnTo>
                <a:lnTo>
                  <a:pt x="49178" y="139666"/>
                </a:lnTo>
                <a:lnTo>
                  <a:pt x="52457" y="142944"/>
                </a:lnTo>
                <a:lnTo>
                  <a:pt x="55735" y="146223"/>
                </a:lnTo>
                <a:lnTo>
                  <a:pt x="59014" y="149501"/>
                </a:lnTo>
                <a:lnTo>
                  <a:pt x="62292" y="152780"/>
                </a:lnTo>
                <a:lnTo>
                  <a:pt x="65571" y="156058"/>
                </a:lnTo>
                <a:lnTo>
                  <a:pt x="68849" y="159337"/>
                </a:lnTo>
                <a:lnTo>
                  <a:pt x="72128" y="162615"/>
                </a:lnTo>
                <a:lnTo>
                  <a:pt x="75406" y="165894"/>
                </a:lnTo>
                <a:lnTo>
                  <a:pt x="75406" y="165894"/>
                </a:lnTo>
                <a:lnTo>
                  <a:pt x="78659" y="162641"/>
                </a:lnTo>
                <a:lnTo>
                  <a:pt x="81912" y="159388"/>
                </a:lnTo>
                <a:lnTo>
                  <a:pt x="85165" y="156135"/>
                </a:lnTo>
                <a:lnTo>
                  <a:pt x="88418" y="152883"/>
                </a:lnTo>
                <a:lnTo>
                  <a:pt x="91670" y="149630"/>
                </a:lnTo>
                <a:lnTo>
                  <a:pt x="94923" y="146377"/>
                </a:lnTo>
                <a:lnTo>
                  <a:pt x="98176" y="143124"/>
                </a:lnTo>
                <a:lnTo>
                  <a:pt x="101429" y="139871"/>
                </a:lnTo>
                <a:lnTo>
                  <a:pt x="104682" y="136619"/>
                </a:lnTo>
                <a:lnTo>
                  <a:pt x="107934" y="133366"/>
                </a:lnTo>
                <a:lnTo>
                  <a:pt x="111187" y="130113"/>
                </a:lnTo>
                <a:lnTo>
                  <a:pt x="114440" y="126860"/>
                </a:lnTo>
                <a:lnTo>
                  <a:pt x="117693" y="123607"/>
                </a:lnTo>
                <a:lnTo>
                  <a:pt x="120946" y="120354"/>
                </a:lnTo>
                <a:lnTo>
                  <a:pt x="124199" y="117102"/>
                </a:lnTo>
                <a:lnTo>
                  <a:pt x="127451" y="113849"/>
                </a:lnTo>
                <a:lnTo>
                  <a:pt x="130704" y="110596"/>
                </a:lnTo>
                <a:lnTo>
                  <a:pt x="133957" y="107343"/>
                </a:lnTo>
                <a:lnTo>
                  <a:pt x="137210" y="104090"/>
                </a:lnTo>
                <a:lnTo>
                  <a:pt x="140463" y="100838"/>
                </a:lnTo>
                <a:lnTo>
                  <a:pt x="143715" y="97585"/>
                </a:lnTo>
                <a:lnTo>
                  <a:pt x="146968" y="94332"/>
                </a:lnTo>
                <a:lnTo>
                  <a:pt x="150221" y="91079"/>
                </a:lnTo>
                <a:lnTo>
                  <a:pt x="153474" y="87826"/>
                </a:lnTo>
                <a:lnTo>
                  <a:pt x="156727" y="84573"/>
                </a:lnTo>
                <a:lnTo>
                  <a:pt x="159980" y="81321"/>
                </a:lnTo>
                <a:lnTo>
                  <a:pt x="163232" y="78068"/>
                </a:lnTo>
                <a:lnTo>
                  <a:pt x="166485" y="74815"/>
                </a:lnTo>
                <a:lnTo>
                  <a:pt x="169738" y="71562"/>
                </a:lnTo>
                <a:lnTo>
                  <a:pt x="172991" y="68309"/>
                </a:lnTo>
                <a:lnTo>
                  <a:pt x="176244" y="65056"/>
                </a:lnTo>
                <a:lnTo>
                  <a:pt x="179496" y="61804"/>
                </a:lnTo>
                <a:lnTo>
                  <a:pt x="182749" y="58551"/>
                </a:lnTo>
                <a:lnTo>
                  <a:pt x="186002" y="55298"/>
                </a:lnTo>
                <a:lnTo>
                  <a:pt x="189255" y="52045"/>
                </a:lnTo>
                <a:lnTo>
                  <a:pt x="192508" y="48792"/>
                </a:lnTo>
                <a:lnTo>
                  <a:pt x="195761" y="45540"/>
                </a:lnTo>
                <a:lnTo>
                  <a:pt x="199013" y="42287"/>
                </a:lnTo>
                <a:lnTo>
                  <a:pt x="202266" y="39034"/>
                </a:lnTo>
                <a:lnTo>
                  <a:pt x="205519" y="35781"/>
                </a:lnTo>
                <a:lnTo>
                  <a:pt x="208772" y="32528"/>
                </a:lnTo>
                <a:lnTo>
                  <a:pt x="212025" y="29275"/>
                </a:lnTo>
                <a:lnTo>
                  <a:pt x="215277" y="26023"/>
                </a:lnTo>
                <a:lnTo>
                  <a:pt x="218530" y="22770"/>
                </a:lnTo>
                <a:lnTo>
                  <a:pt x="221783" y="19517"/>
                </a:lnTo>
                <a:lnTo>
                  <a:pt x="225036" y="16264"/>
                </a:lnTo>
                <a:lnTo>
                  <a:pt x="228289" y="13011"/>
                </a:lnTo>
                <a:lnTo>
                  <a:pt x="231542" y="9759"/>
                </a:lnTo>
                <a:lnTo>
                  <a:pt x="234794" y="6506"/>
                </a:lnTo>
                <a:lnTo>
                  <a:pt x="238047" y="3253"/>
                </a:lnTo>
                <a:lnTo>
                  <a:pt x="241300" y="0"/>
                </a:lnTo>
              </a:path>
            </a:pathLst>
          </a:custGeom>
          <a:noFill/>
          <a:ln w="39211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ks baris"/>
          <p:cNvSpPr txBox="1"/>
          <p:nvPr/>
        </p:nvSpPr>
        <p:spPr>
          <a:xfrm>
            <a:off x="2076450" y="8622411"/>
            <a:ext cx="7124700" cy="1066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600"/>
              </a:lnSpc>
            </a:pPr>
            <a:r>
              <a:rPr b="0" i="0" sz="3000">
                <a:solidFill>
                  <a:srgbClr val="FFFFFF"/>
                </a:solidFill>
                <a:latin typeface="Poppins Medium"/>
              </a:rPr>
              <a:t>Urutan bahan (terbanyak di awal)</a:t>
            </a:r>
          </a:p>
        </p:txBody>
      </p:sp>
      <p:sp>
        <p:nvSpPr>
          <p:cNvPr id="19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bowl"/>
          <p:cNvSpPr/>
          <p:nvPr/>
        </p:nvSpPr>
        <p:spPr>
          <a:xfrm>
            <a:off x="4907756" y="3110674"/>
            <a:ext cx="471488" cy="445294"/>
          </a:xfrm>
          <a:custGeom>
            <a:avLst/>
            <a:gdLst/>
            <a:ahLst/>
            <a:cxnLst/>
            <a:rect l="l" t="t" r="r" b="b"/>
            <a:pathLst>
              <a:path w="471488" h="445294">
                <a:moveTo>
                  <a:pt x="0" y="209550"/>
                </a:moveTo>
                <a:lnTo>
                  <a:pt x="7858" y="209550"/>
                </a:lnTo>
                <a:lnTo>
                  <a:pt x="15716" y="209550"/>
                </a:lnTo>
                <a:lnTo>
                  <a:pt x="23575" y="209550"/>
                </a:lnTo>
                <a:lnTo>
                  <a:pt x="31433" y="209550"/>
                </a:lnTo>
                <a:lnTo>
                  <a:pt x="39291" y="209550"/>
                </a:lnTo>
                <a:lnTo>
                  <a:pt x="47149" y="209550"/>
                </a:lnTo>
                <a:lnTo>
                  <a:pt x="55007" y="209550"/>
                </a:lnTo>
                <a:lnTo>
                  <a:pt x="62865" y="209550"/>
                </a:lnTo>
                <a:lnTo>
                  <a:pt x="70723" y="209550"/>
                </a:lnTo>
                <a:lnTo>
                  <a:pt x="78582" y="209550"/>
                </a:lnTo>
                <a:lnTo>
                  <a:pt x="86440" y="209550"/>
                </a:lnTo>
                <a:lnTo>
                  <a:pt x="94298" y="209550"/>
                </a:lnTo>
                <a:lnTo>
                  <a:pt x="102156" y="209550"/>
                </a:lnTo>
                <a:lnTo>
                  <a:pt x="110014" y="209550"/>
                </a:lnTo>
                <a:lnTo>
                  <a:pt x="117872" y="209550"/>
                </a:lnTo>
                <a:lnTo>
                  <a:pt x="125730" y="209550"/>
                </a:lnTo>
                <a:lnTo>
                  <a:pt x="133588" y="209550"/>
                </a:lnTo>
                <a:lnTo>
                  <a:pt x="141446" y="209550"/>
                </a:lnTo>
                <a:lnTo>
                  <a:pt x="149305" y="209550"/>
                </a:lnTo>
                <a:lnTo>
                  <a:pt x="157163" y="209550"/>
                </a:lnTo>
                <a:lnTo>
                  <a:pt x="165021" y="209550"/>
                </a:lnTo>
                <a:lnTo>
                  <a:pt x="172879" y="209550"/>
                </a:lnTo>
                <a:lnTo>
                  <a:pt x="180737" y="209550"/>
                </a:lnTo>
                <a:lnTo>
                  <a:pt x="188595" y="209550"/>
                </a:lnTo>
                <a:lnTo>
                  <a:pt x="196453" y="209550"/>
                </a:lnTo>
                <a:lnTo>
                  <a:pt x="204312" y="209550"/>
                </a:lnTo>
                <a:lnTo>
                  <a:pt x="212170" y="209550"/>
                </a:lnTo>
                <a:lnTo>
                  <a:pt x="220028" y="209550"/>
                </a:lnTo>
                <a:lnTo>
                  <a:pt x="227886" y="209550"/>
                </a:lnTo>
                <a:lnTo>
                  <a:pt x="235744" y="209550"/>
                </a:lnTo>
                <a:lnTo>
                  <a:pt x="243602" y="209550"/>
                </a:lnTo>
                <a:lnTo>
                  <a:pt x="251460" y="209550"/>
                </a:lnTo>
                <a:lnTo>
                  <a:pt x="259318" y="209550"/>
                </a:lnTo>
                <a:lnTo>
                  <a:pt x="267176" y="209550"/>
                </a:lnTo>
                <a:lnTo>
                  <a:pt x="275035" y="209550"/>
                </a:lnTo>
                <a:lnTo>
                  <a:pt x="282893" y="209550"/>
                </a:lnTo>
                <a:lnTo>
                  <a:pt x="290751" y="209550"/>
                </a:lnTo>
                <a:lnTo>
                  <a:pt x="298609" y="209550"/>
                </a:lnTo>
                <a:lnTo>
                  <a:pt x="306467" y="209550"/>
                </a:lnTo>
                <a:lnTo>
                  <a:pt x="314325" y="209550"/>
                </a:lnTo>
                <a:lnTo>
                  <a:pt x="322183" y="209550"/>
                </a:lnTo>
                <a:lnTo>
                  <a:pt x="330042" y="209550"/>
                </a:lnTo>
                <a:lnTo>
                  <a:pt x="337900" y="209550"/>
                </a:lnTo>
                <a:lnTo>
                  <a:pt x="345758" y="209550"/>
                </a:lnTo>
                <a:lnTo>
                  <a:pt x="353616" y="209550"/>
                </a:lnTo>
                <a:lnTo>
                  <a:pt x="361474" y="209550"/>
                </a:lnTo>
                <a:lnTo>
                  <a:pt x="369332" y="209550"/>
                </a:lnTo>
                <a:lnTo>
                  <a:pt x="377190" y="209550"/>
                </a:lnTo>
                <a:lnTo>
                  <a:pt x="385048" y="209550"/>
                </a:lnTo>
                <a:lnTo>
                  <a:pt x="392906" y="209550"/>
                </a:lnTo>
                <a:lnTo>
                  <a:pt x="400765" y="209550"/>
                </a:lnTo>
                <a:lnTo>
                  <a:pt x="408623" y="209550"/>
                </a:lnTo>
                <a:lnTo>
                  <a:pt x="416481" y="209550"/>
                </a:lnTo>
                <a:lnTo>
                  <a:pt x="424339" y="209550"/>
                </a:lnTo>
                <a:lnTo>
                  <a:pt x="432197" y="209550"/>
                </a:lnTo>
                <a:lnTo>
                  <a:pt x="440055" y="209550"/>
                </a:lnTo>
                <a:lnTo>
                  <a:pt x="447913" y="209550"/>
                </a:lnTo>
                <a:lnTo>
                  <a:pt x="455772" y="209550"/>
                </a:lnTo>
                <a:lnTo>
                  <a:pt x="463630" y="209550"/>
                </a:lnTo>
                <a:lnTo>
                  <a:pt x="471488" y="209550"/>
                </a:lnTo>
                <a:lnTo>
                  <a:pt x="471488" y="209550"/>
                </a:lnTo>
                <a:lnTo>
                  <a:pt x="471356" y="217428"/>
                </a:lnTo>
                <a:lnTo>
                  <a:pt x="470961" y="225296"/>
                </a:lnTo>
                <a:lnTo>
                  <a:pt x="470304" y="233147"/>
                </a:lnTo>
                <a:lnTo>
                  <a:pt x="469384" y="240972"/>
                </a:lnTo>
                <a:lnTo>
                  <a:pt x="468204" y="248762"/>
                </a:lnTo>
                <a:lnTo>
                  <a:pt x="466764" y="256507"/>
                </a:lnTo>
                <a:lnTo>
                  <a:pt x="465066" y="264201"/>
                </a:lnTo>
                <a:lnTo>
                  <a:pt x="463112" y="271833"/>
                </a:lnTo>
                <a:lnTo>
                  <a:pt x="460903" y="279396"/>
                </a:lnTo>
                <a:lnTo>
                  <a:pt x="458444" y="286880"/>
                </a:lnTo>
                <a:lnTo>
                  <a:pt x="455735" y="294279"/>
                </a:lnTo>
                <a:lnTo>
                  <a:pt x="452781" y="301582"/>
                </a:lnTo>
                <a:lnTo>
                  <a:pt x="449585" y="308783"/>
                </a:lnTo>
                <a:lnTo>
                  <a:pt x="446150" y="315873"/>
                </a:lnTo>
                <a:lnTo>
                  <a:pt x="442479" y="322845"/>
                </a:lnTo>
                <a:lnTo>
                  <a:pt x="438578" y="329689"/>
                </a:lnTo>
                <a:lnTo>
                  <a:pt x="434451" y="336400"/>
                </a:lnTo>
                <a:lnTo>
                  <a:pt x="430101" y="342969"/>
                </a:lnTo>
                <a:lnTo>
                  <a:pt x="425534" y="349389"/>
                </a:lnTo>
                <a:lnTo>
                  <a:pt x="420756" y="355653"/>
                </a:lnTo>
                <a:lnTo>
                  <a:pt x="415770" y="361753"/>
                </a:lnTo>
                <a:lnTo>
                  <a:pt x="410584" y="367684"/>
                </a:lnTo>
                <a:lnTo>
                  <a:pt x="405202" y="373438"/>
                </a:lnTo>
                <a:lnTo>
                  <a:pt x="399631" y="379009"/>
                </a:lnTo>
                <a:lnTo>
                  <a:pt x="393877" y="384390"/>
                </a:lnTo>
                <a:lnTo>
                  <a:pt x="387947" y="389577"/>
                </a:lnTo>
                <a:lnTo>
                  <a:pt x="381846" y="394562"/>
                </a:lnTo>
                <a:lnTo>
                  <a:pt x="375582" y="399341"/>
                </a:lnTo>
                <a:lnTo>
                  <a:pt x="369162" y="403907"/>
                </a:lnTo>
                <a:lnTo>
                  <a:pt x="362594" y="408257"/>
                </a:lnTo>
                <a:lnTo>
                  <a:pt x="355883" y="412385"/>
                </a:lnTo>
                <a:lnTo>
                  <a:pt x="349038" y="416286"/>
                </a:lnTo>
                <a:lnTo>
                  <a:pt x="342067" y="419956"/>
                </a:lnTo>
                <a:lnTo>
                  <a:pt x="334977" y="423392"/>
                </a:lnTo>
                <a:lnTo>
                  <a:pt x="327776" y="426588"/>
                </a:lnTo>
                <a:lnTo>
                  <a:pt x="320472" y="429542"/>
                </a:lnTo>
                <a:lnTo>
                  <a:pt x="313074" y="432250"/>
                </a:lnTo>
                <a:lnTo>
                  <a:pt x="305589" y="434710"/>
                </a:lnTo>
                <a:lnTo>
                  <a:pt x="298026" y="436918"/>
                </a:lnTo>
                <a:lnTo>
                  <a:pt x="290394" y="438872"/>
                </a:lnTo>
                <a:lnTo>
                  <a:pt x="282701" y="440570"/>
                </a:lnTo>
                <a:lnTo>
                  <a:pt x="274955" y="442010"/>
                </a:lnTo>
                <a:lnTo>
                  <a:pt x="267166" y="443191"/>
                </a:lnTo>
                <a:lnTo>
                  <a:pt x="259341" y="444110"/>
                </a:lnTo>
                <a:lnTo>
                  <a:pt x="251490" y="444768"/>
                </a:lnTo>
                <a:lnTo>
                  <a:pt x="243621" y="445163"/>
                </a:lnTo>
                <a:lnTo>
                  <a:pt x="235744" y="445294"/>
                </a:lnTo>
                <a:lnTo>
                  <a:pt x="227867" y="445163"/>
                </a:lnTo>
                <a:lnTo>
                  <a:pt x="219998" y="444768"/>
                </a:lnTo>
                <a:lnTo>
                  <a:pt x="212147" y="444110"/>
                </a:lnTo>
                <a:lnTo>
                  <a:pt x="204322" y="443191"/>
                </a:lnTo>
                <a:lnTo>
                  <a:pt x="196533" y="442010"/>
                </a:lnTo>
                <a:lnTo>
                  <a:pt x="188787" y="440570"/>
                </a:lnTo>
                <a:lnTo>
                  <a:pt x="181094" y="438872"/>
                </a:lnTo>
                <a:lnTo>
                  <a:pt x="173462" y="436918"/>
                </a:lnTo>
                <a:lnTo>
                  <a:pt x="165899" y="434710"/>
                </a:lnTo>
                <a:lnTo>
                  <a:pt x="158414" y="432250"/>
                </a:lnTo>
                <a:lnTo>
                  <a:pt x="151016" y="429542"/>
                </a:lnTo>
                <a:lnTo>
                  <a:pt x="143712" y="426588"/>
                </a:lnTo>
                <a:lnTo>
                  <a:pt x="136511" y="423392"/>
                </a:lnTo>
                <a:lnTo>
                  <a:pt x="129421" y="419956"/>
                </a:lnTo>
                <a:lnTo>
                  <a:pt x="122450" y="416286"/>
                </a:lnTo>
                <a:lnTo>
                  <a:pt x="115605" y="412385"/>
                </a:lnTo>
                <a:lnTo>
                  <a:pt x="108894" y="408257"/>
                </a:lnTo>
                <a:lnTo>
                  <a:pt x="102326" y="403907"/>
                </a:lnTo>
                <a:lnTo>
                  <a:pt x="95906" y="399341"/>
                </a:lnTo>
                <a:lnTo>
                  <a:pt x="89642" y="394562"/>
                </a:lnTo>
                <a:lnTo>
                  <a:pt x="83541" y="389577"/>
                </a:lnTo>
                <a:lnTo>
                  <a:pt x="77611" y="384390"/>
                </a:lnTo>
                <a:lnTo>
                  <a:pt x="71857" y="379009"/>
                </a:lnTo>
                <a:lnTo>
                  <a:pt x="66286" y="373438"/>
                </a:lnTo>
                <a:lnTo>
                  <a:pt x="60904" y="367684"/>
                </a:lnTo>
                <a:lnTo>
                  <a:pt x="55718" y="361753"/>
                </a:lnTo>
                <a:lnTo>
                  <a:pt x="50732" y="355653"/>
                </a:lnTo>
                <a:lnTo>
                  <a:pt x="45954" y="349389"/>
                </a:lnTo>
                <a:lnTo>
                  <a:pt x="41387" y="342969"/>
                </a:lnTo>
                <a:lnTo>
                  <a:pt x="37037" y="336400"/>
                </a:lnTo>
                <a:lnTo>
                  <a:pt x="32910" y="329689"/>
                </a:lnTo>
                <a:lnTo>
                  <a:pt x="29009" y="322845"/>
                </a:lnTo>
                <a:lnTo>
                  <a:pt x="25338" y="315873"/>
                </a:lnTo>
                <a:lnTo>
                  <a:pt x="21903" y="308783"/>
                </a:lnTo>
                <a:lnTo>
                  <a:pt x="18707" y="301582"/>
                </a:lnTo>
                <a:lnTo>
                  <a:pt x="15753" y="294279"/>
                </a:lnTo>
                <a:lnTo>
                  <a:pt x="13044" y="286880"/>
                </a:lnTo>
                <a:lnTo>
                  <a:pt x="10585" y="279396"/>
                </a:lnTo>
                <a:lnTo>
                  <a:pt x="8376" y="271833"/>
                </a:lnTo>
                <a:lnTo>
                  <a:pt x="6422" y="264201"/>
                </a:lnTo>
                <a:lnTo>
                  <a:pt x="4724" y="256507"/>
                </a:lnTo>
                <a:lnTo>
                  <a:pt x="3284" y="248762"/>
                </a:lnTo>
                <a:lnTo>
                  <a:pt x="2104" y="240972"/>
                </a:lnTo>
                <a:lnTo>
                  <a:pt x="1184" y="233147"/>
                </a:lnTo>
                <a:lnTo>
                  <a:pt x="527" y="225296"/>
                </a:lnTo>
                <a:lnTo>
                  <a:pt x="132" y="217428"/>
                </a:lnTo>
                <a:lnTo>
                  <a:pt x="0" y="209550"/>
                </a:lnTo>
                <a:moveTo>
                  <a:pt x="130969" y="104776"/>
                </a:moveTo>
                <a:lnTo>
                  <a:pt x="131636" y="94965"/>
                </a:lnTo>
                <a:lnTo>
                  <a:pt x="133515" y="86366"/>
                </a:lnTo>
                <a:lnTo>
                  <a:pt x="136417" y="78791"/>
                </a:lnTo>
                <a:lnTo>
                  <a:pt x="140158" y="72055"/>
                </a:lnTo>
                <a:lnTo>
                  <a:pt x="144551" y="65970"/>
                </a:lnTo>
                <a:lnTo>
                  <a:pt x="149409" y="60351"/>
                </a:lnTo>
                <a:lnTo>
                  <a:pt x="154547" y="55011"/>
                </a:lnTo>
                <a:lnTo>
                  <a:pt x="159778" y="49765"/>
                </a:lnTo>
                <a:lnTo>
                  <a:pt x="164916" y="44425"/>
                </a:lnTo>
                <a:lnTo>
                  <a:pt x="169775" y="38806"/>
                </a:lnTo>
                <a:lnTo>
                  <a:pt x="174167" y="32721"/>
                </a:lnTo>
                <a:lnTo>
                  <a:pt x="177908" y="25985"/>
                </a:lnTo>
                <a:lnTo>
                  <a:pt x="180811" y="18410"/>
                </a:lnTo>
                <a:lnTo>
                  <a:pt x="182689" y="9811"/>
                </a:lnTo>
                <a:lnTo>
                  <a:pt x="183356" y="0"/>
                </a:lnTo>
                <a:moveTo>
                  <a:pt x="261938" y="104776"/>
                </a:moveTo>
                <a:lnTo>
                  <a:pt x="262605" y="94965"/>
                </a:lnTo>
                <a:lnTo>
                  <a:pt x="264483" y="86366"/>
                </a:lnTo>
                <a:lnTo>
                  <a:pt x="267386" y="78791"/>
                </a:lnTo>
                <a:lnTo>
                  <a:pt x="271127" y="72055"/>
                </a:lnTo>
                <a:lnTo>
                  <a:pt x="275520" y="65970"/>
                </a:lnTo>
                <a:lnTo>
                  <a:pt x="280378" y="60351"/>
                </a:lnTo>
                <a:lnTo>
                  <a:pt x="285516" y="55011"/>
                </a:lnTo>
                <a:lnTo>
                  <a:pt x="290747" y="49765"/>
                </a:lnTo>
                <a:lnTo>
                  <a:pt x="295885" y="44425"/>
                </a:lnTo>
                <a:lnTo>
                  <a:pt x="300743" y="38806"/>
                </a:lnTo>
                <a:lnTo>
                  <a:pt x="305136" y="32721"/>
                </a:lnTo>
                <a:lnTo>
                  <a:pt x="308877" y="25985"/>
                </a:lnTo>
                <a:lnTo>
                  <a:pt x="311780" y="18410"/>
                </a:lnTo>
                <a:lnTo>
                  <a:pt x="313658" y="9811"/>
                </a:lnTo>
                <a:lnTo>
                  <a:pt x="314325" y="0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Simpan biar gak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ketipu label 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Kirim ke teman yang suka belanja sehat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6741" y="9199436"/>
            <a:ext cx="6233517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Follow 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C14 · Des W2 · Regular B2C · Nutrition — Label 'Natural' di Kemasan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