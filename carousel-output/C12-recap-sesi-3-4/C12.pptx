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tenang dan formal: ikon kalender, judul besar, sub 2 baris, placeholder foto momen</a:t>
            </a:r>
          </a:p>
          <a:p>
            <a:r>
              <a:t>ELEMEN: Highlight biru di 'Sesi 3 &amp; 4'. Konsisten dengan layout recap C04</a:t>
            </a:r>
          </a:p>
          <a:p>
            <a:r>
              <a:t>MOTION: Ikon pop → kicker rise → judul rise, highlight menyusul → sub rise → foto rise</a:t>
            </a:r>
          </a:p>
          <a:p>
            <a:r>
              <a:t>ASET: Foto momen Sesi 3 atau 4 (screenshot Meet atau dokumentasi asli, bukan stock)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quote</a:t>
            </a:r>
          </a:p>
          <a:p>
            <a:r>
              <a:t>VISUAL: Tanda kutip besar samar, kutipan italic di kotak biru, nama di pill putih, jabatan di bawahnya</a:t>
            </a:r>
          </a:p>
          <a:p>
            <a:r>
              <a:t>ELEMEN: Satu kutipan per sesi, tanpa angka klaim</a:t>
            </a:r>
          </a:p>
          <a:p>
            <a:r>
              <a:t>MOTION: Tanda kutip pop → kotak kutipan rise → nama rise → jabatan → foto rise</a:t>
            </a:r>
          </a:p>
          <a:p>
            <a:r>
              <a:t>ASET: Kutipan asli dari rekaman/notulen Sesi 3 + nama pembicara + foto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quote</a:t>
            </a:r>
          </a:p>
          <a:p>
            <a:r>
              <a:t>VISUAL: Sama seperti slide kutipan sebelumnya</a:t>
            </a:r>
          </a:p>
          <a:p>
            <a:r>
              <a:t>ELEMEN: Satu kutipan per sesi</a:t>
            </a:r>
          </a:p>
          <a:p>
            <a:r>
              <a:t>MOTION: Sama dengan slide kutipan sebelumnya</a:t>
            </a:r>
          </a:p>
          <a:p>
            <a:r>
              <a:t>ASET: Kutipan asli dari rekaman/notulen Sesi 4 + nama pembicara + foto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logos</a:t>
            </a:r>
          </a:p>
          <a:p>
            <a:r>
              <a:t>VISUAL: Grid 5 kotak logo (3 + 2), ucapan terima kasih di atas, CTA follow di bawah. Sama persis dengan C04 agar recap terasa satu seri</a:t>
            </a:r>
          </a:p>
          <a:p>
            <a:r>
              <a:t>ELEMEN: Social proof partner terkonfirmasi. CTA follow = ajakan sesi Desember</a:t>
            </a:r>
          </a:p>
          <a:p>
            <a:r>
              <a:t>MOTION: Judul rise → logo pop berurutan → CTA rise</a:t>
            </a:r>
          </a:p>
          <a:p>
            <a:r>
              <a:t>ASET: 5 file logo (PNG transparan): Fit4Go, PPYNI, Bisa Gerak, Lux Entertainment, Dreya Communications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042636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calendar"/>
          <p:cNvSpPr/>
          <p:nvPr/>
        </p:nvSpPr>
        <p:spPr>
          <a:xfrm>
            <a:off x="4907756" y="2521268"/>
            <a:ext cx="471488" cy="471487"/>
          </a:xfrm>
          <a:custGeom>
            <a:avLst/>
            <a:gdLst/>
            <a:ahLst/>
            <a:cxnLst/>
            <a:rect l="l" t="t" r="r" b="b"/>
            <a:pathLst>
              <a:path w="471488" h="471487">
                <a:moveTo>
                  <a:pt x="78582" y="52387"/>
                </a:moveTo>
                <a:lnTo>
                  <a:pt x="86440" y="52387"/>
                </a:lnTo>
                <a:lnTo>
                  <a:pt x="94298" y="52387"/>
                </a:lnTo>
                <a:lnTo>
                  <a:pt x="102156" y="52387"/>
                </a:lnTo>
                <a:lnTo>
                  <a:pt x="110014" y="52387"/>
                </a:lnTo>
                <a:lnTo>
                  <a:pt x="117872" y="52387"/>
                </a:lnTo>
                <a:lnTo>
                  <a:pt x="125730" y="52387"/>
                </a:lnTo>
                <a:lnTo>
                  <a:pt x="133588" y="52387"/>
                </a:lnTo>
                <a:lnTo>
                  <a:pt x="141446" y="52387"/>
                </a:lnTo>
                <a:lnTo>
                  <a:pt x="149305" y="52387"/>
                </a:lnTo>
                <a:lnTo>
                  <a:pt x="157163" y="52387"/>
                </a:lnTo>
                <a:lnTo>
                  <a:pt x="165021" y="52387"/>
                </a:lnTo>
                <a:lnTo>
                  <a:pt x="172879" y="52387"/>
                </a:lnTo>
                <a:lnTo>
                  <a:pt x="180737" y="52387"/>
                </a:lnTo>
                <a:lnTo>
                  <a:pt x="188595" y="52387"/>
                </a:lnTo>
                <a:lnTo>
                  <a:pt x="196453" y="52387"/>
                </a:lnTo>
                <a:lnTo>
                  <a:pt x="204312" y="52387"/>
                </a:lnTo>
                <a:lnTo>
                  <a:pt x="212170" y="52387"/>
                </a:lnTo>
                <a:lnTo>
                  <a:pt x="220028" y="52387"/>
                </a:lnTo>
                <a:lnTo>
                  <a:pt x="227886" y="52387"/>
                </a:lnTo>
                <a:lnTo>
                  <a:pt x="235744" y="52387"/>
                </a:lnTo>
                <a:lnTo>
                  <a:pt x="243602" y="52387"/>
                </a:lnTo>
                <a:lnTo>
                  <a:pt x="251460" y="52387"/>
                </a:lnTo>
                <a:lnTo>
                  <a:pt x="259318" y="52387"/>
                </a:lnTo>
                <a:lnTo>
                  <a:pt x="267176" y="52387"/>
                </a:lnTo>
                <a:lnTo>
                  <a:pt x="275035" y="52387"/>
                </a:lnTo>
                <a:lnTo>
                  <a:pt x="282893" y="52387"/>
                </a:lnTo>
                <a:lnTo>
                  <a:pt x="290751" y="52387"/>
                </a:lnTo>
                <a:lnTo>
                  <a:pt x="298609" y="52387"/>
                </a:lnTo>
                <a:lnTo>
                  <a:pt x="306467" y="52387"/>
                </a:lnTo>
                <a:lnTo>
                  <a:pt x="314325" y="52387"/>
                </a:lnTo>
                <a:lnTo>
                  <a:pt x="322183" y="52387"/>
                </a:lnTo>
                <a:lnTo>
                  <a:pt x="330042" y="52387"/>
                </a:lnTo>
                <a:lnTo>
                  <a:pt x="337900" y="52387"/>
                </a:lnTo>
                <a:lnTo>
                  <a:pt x="345758" y="52387"/>
                </a:lnTo>
                <a:lnTo>
                  <a:pt x="353616" y="52387"/>
                </a:lnTo>
                <a:lnTo>
                  <a:pt x="361474" y="52387"/>
                </a:lnTo>
                <a:lnTo>
                  <a:pt x="369332" y="52387"/>
                </a:lnTo>
                <a:lnTo>
                  <a:pt x="377190" y="52387"/>
                </a:lnTo>
                <a:lnTo>
                  <a:pt x="385048" y="52387"/>
                </a:lnTo>
                <a:lnTo>
                  <a:pt x="392906" y="52387"/>
                </a:lnTo>
                <a:lnTo>
                  <a:pt x="392906" y="52387"/>
                </a:lnTo>
                <a:lnTo>
                  <a:pt x="401120" y="52817"/>
                </a:lnTo>
                <a:lnTo>
                  <a:pt x="409244" y="54104"/>
                </a:lnTo>
                <a:lnTo>
                  <a:pt x="417189" y="56233"/>
                </a:lnTo>
                <a:lnTo>
                  <a:pt x="424868" y="59181"/>
                </a:lnTo>
                <a:lnTo>
                  <a:pt x="432197" y="62915"/>
                </a:lnTo>
                <a:lnTo>
                  <a:pt x="439095" y="67395"/>
                </a:lnTo>
                <a:lnTo>
                  <a:pt x="445488" y="72571"/>
                </a:lnTo>
                <a:lnTo>
                  <a:pt x="451304" y="78387"/>
                </a:lnTo>
                <a:lnTo>
                  <a:pt x="456480" y="84779"/>
                </a:lnTo>
                <a:lnTo>
                  <a:pt x="460960" y="91678"/>
                </a:lnTo>
                <a:lnTo>
                  <a:pt x="464694" y="99006"/>
                </a:lnTo>
                <a:lnTo>
                  <a:pt x="467642" y="106685"/>
                </a:lnTo>
                <a:lnTo>
                  <a:pt x="469771" y="114630"/>
                </a:lnTo>
                <a:lnTo>
                  <a:pt x="471057" y="122754"/>
                </a:lnTo>
                <a:lnTo>
                  <a:pt x="471488" y="130968"/>
                </a:lnTo>
                <a:lnTo>
                  <a:pt x="471488" y="130968"/>
                </a:lnTo>
                <a:lnTo>
                  <a:pt x="471488" y="138906"/>
                </a:lnTo>
                <a:lnTo>
                  <a:pt x="471488" y="146843"/>
                </a:lnTo>
                <a:lnTo>
                  <a:pt x="471488" y="154781"/>
                </a:lnTo>
                <a:lnTo>
                  <a:pt x="471488" y="162718"/>
                </a:lnTo>
                <a:lnTo>
                  <a:pt x="471488" y="170656"/>
                </a:lnTo>
                <a:lnTo>
                  <a:pt x="471488" y="178593"/>
                </a:lnTo>
                <a:lnTo>
                  <a:pt x="471488" y="186531"/>
                </a:lnTo>
                <a:lnTo>
                  <a:pt x="471488" y="194468"/>
                </a:lnTo>
                <a:lnTo>
                  <a:pt x="471488" y="202406"/>
                </a:lnTo>
                <a:lnTo>
                  <a:pt x="471488" y="210343"/>
                </a:lnTo>
                <a:lnTo>
                  <a:pt x="471488" y="218281"/>
                </a:lnTo>
                <a:lnTo>
                  <a:pt x="471488" y="226218"/>
                </a:lnTo>
                <a:lnTo>
                  <a:pt x="471488" y="234156"/>
                </a:lnTo>
                <a:lnTo>
                  <a:pt x="471488" y="242093"/>
                </a:lnTo>
                <a:lnTo>
                  <a:pt x="471488" y="250031"/>
                </a:lnTo>
                <a:lnTo>
                  <a:pt x="471488" y="257968"/>
                </a:lnTo>
                <a:lnTo>
                  <a:pt x="471488" y="265906"/>
                </a:lnTo>
                <a:lnTo>
                  <a:pt x="471488" y="273843"/>
                </a:lnTo>
                <a:lnTo>
                  <a:pt x="471488" y="281781"/>
                </a:lnTo>
                <a:lnTo>
                  <a:pt x="471488" y="289718"/>
                </a:lnTo>
                <a:lnTo>
                  <a:pt x="471488" y="297656"/>
                </a:lnTo>
                <a:lnTo>
                  <a:pt x="471488" y="305593"/>
                </a:lnTo>
                <a:lnTo>
                  <a:pt x="471488" y="313531"/>
                </a:lnTo>
                <a:lnTo>
                  <a:pt x="471488" y="321468"/>
                </a:lnTo>
                <a:lnTo>
                  <a:pt x="471488" y="329406"/>
                </a:lnTo>
                <a:lnTo>
                  <a:pt x="471488" y="337343"/>
                </a:lnTo>
                <a:lnTo>
                  <a:pt x="471488" y="345281"/>
                </a:lnTo>
                <a:lnTo>
                  <a:pt x="471488" y="353218"/>
                </a:lnTo>
                <a:lnTo>
                  <a:pt x="471488" y="361156"/>
                </a:lnTo>
                <a:lnTo>
                  <a:pt x="471488" y="369093"/>
                </a:lnTo>
                <a:lnTo>
                  <a:pt x="471488" y="377031"/>
                </a:lnTo>
                <a:lnTo>
                  <a:pt x="471488" y="384968"/>
                </a:lnTo>
                <a:lnTo>
                  <a:pt x="471488" y="392906"/>
                </a:lnTo>
                <a:lnTo>
                  <a:pt x="471488" y="392906"/>
                </a:lnTo>
                <a:lnTo>
                  <a:pt x="471057" y="401120"/>
                </a:lnTo>
                <a:lnTo>
                  <a:pt x="469771" y="409244"/>
                </a:lnTo>
                <a:lnTo>
                  <a:pt x="467642" y="417189"/>
                </a:lnTo>
                <a:lnTo>
                  <a:pt x="464694" y="424868"/>
                </a:lnTo>
                <a:lnTo>
                  <a:pt x="460960" y="432196"/>
                </a:lnTo>
                <a:lnTo>
                  <a:pt x="456480" y="439095"/>
                </a:lnTo>
                <a:lnTo>
                  <a:pt x="451304" y="445487"/>
                </a:lnTo>
                <a:lnTo>
                  <a:pt x="445488" y="451303"/>
                </a:lnTo>
                <a:lnTo>
                  <a:pt x="439095" y="456479"/>
                </a:lnTo>
                <a:lnTo>
                  <a:pt x="432197" y="460959"/>
                </a:lnTo>
                <a:lnTo>
                  <a:pt x="424868" y="464693"/>
                </a:lnTo>
                <a:lnTo>
                  <a:pt x="417189" y="467641"/>
                </a:lnTo>
                <a:lnTo>
                  <a:pt x="409244" y="469770"/>
                </a:lnTo>
                <a:lnTo>
                  <a:pt x="401120" y="471057"/>
                </a:lnTo>
                <a:lnTo>
                  <a:pt x="392906" y="471487"/>
                </a:lnTo>
                <a:lnTo>
                  <a:pt x="392906" y="471487"/>
                </a:lnTo>
                <a:lnTo>
                  <a:pt x="385048" y="471487"/>
                </a:lnTo>
                <a:lnTo>
                  <a:pt x="377190" y="471487"/>
                </a:lnTo>
                <a:lnTo>
                  <a:pt x="369332" y="471487"/>
                </a:lnTo>
                <a:lnTo>
                  <a:pt x="361474" y="471487"/>
                </a:lnTo>
                <a:lnTo>
                  <a:pt x="353616" y="471487"/>
                </a:lnTo>
                <a:lnTo>
                  <a:pt x="345758" y="471487"/>
                </a:lnTo>
                <a:lnTo>
                  <a:pt x="337900" y="471487"/>
                </a:lnTo>
                <a:lnTo>
                  <a:pt x="330042" y="471487"/>
                </a:lnTo>
                <a:lnTo>
                  <a:pt x="322183" y="471487"/>
                </a:lnTo>
                <a:lnTo>
                  <a:pt x="314325" y="471487"/>
                </a:lnTo>
                <a:lnTo>
                  <a:pt x="306467" y="471487"/>
                </a:lnTo>
                <a:lnTo>
                  <a:pt x="298609" y="471487"/>
                </a:lnTo>
                <a:lnTo>
                  <a:pt x="290751" y="471487"/>
                </a:lnTo>
                <a:lnTo>
                  <a:pt x="282893" y="471487"/>
                </a:lnTo>
                <a:lnTo>
                  <a:pt x="275035" y="471487"/>
                </a:lnTo>
                <a:lnTo>
                  <a:pt x="267176" y="471487"/>
                </a:lnTo>
                <a:lnTo>
                  <a:pt x="259318" y="471487"/>
                </a:lnTo>
                <a:lnTo>
                  <a:pt x="251460" y="471487"/>
                </a:lnTo>
                <a:lnTo>
                  <a:pt x="243602" y="471487"/>
                </a:lnTo>
                <a:lnTo>
                  <a:pt x="235744" y="471487"/>
                </a:lnTo>
                <a:lnTo>
                  <a:pt x="227886" y="471487"/>
                </a:lnTo>
                <a:lnTo>
                  <a:pt x="220028" y="471487"/>
                </a:lnTo>
                <a:lnTo>
                  <a:pt x="212170" y="471487"/>
                </a:lnTo>
                <a:lnTo>
                  <a:pt x="204312" y="471487"/>
                </a:lnTo>
                <a:lnTo>
                  <a:pt x="196453" y="471487"/>
                </a:lnTo>
                <a:lnTo>
                  <a:pt x="188595" y="471487"/>
                </a:lnTo>
                <a:lnTo>
                  <a:pt x="180737" y="471487"/>
                </a:lnTo>
                <a:lnTo>
                  <a:pt x="172879" y="471487"/>
                </a:lnTo>
                <a:lnTo>
                  <a:pt x="165021" y="471487"/>
                </a:lnTo>
                <a:lnTo>
                  <a:pt x="157163" y="471487"/>
                </a:lnTo>
                <a:lnTo>
                  <a:pt x="149305" y="471487"/>
                </a:lnTo>
                <a:lnTo>
                  <a:pt x="141446" y="471487"/>
                </a:lnTo>
                <a:lnTo>
                  <a:pt x="133588" y="471487"/>
                </a:lnTo>
                <a:lnTo>
                  <a:pt x="125730" y="471487"/>
                </a:lnTo>
                <a:lnTo>
                  <a:pt x="117872" y="471487"/>
                </a:lnTo>
                <a:lnTo>
                  <a:pt x="110014" y="471487"/>
                </a:lnTo>
                <a:lnTo>
                  <a:pt x="102156" y="471487"/>
                </a:lnTo>
                <a:lnTo>
                  <a:pt x="94298" y="471487"/>
                </a:lnTo>
                <a:lnTo>
                  <a:pt x="86440" y="471487"/>
                </a:lnTo>
                <a:lnTo>
                  <a:pt x="78582" y="471487"/>
                </a:lnTo>
                <a:lnTo>
                  <a:pt x="78582" y="471487"/>
                </a:lnTo>
                <a:lnTo>
                  <a:pt x="70368" y="471057"/>
                </a:lnTo>
                <a:lnTo>
                  <a:pt x="62244" y="469770"/>
                </a:lnTo>
                <a:lnTo>
                  <a:pt x="54299" y="467641"/>
                </a:lnTo>
                <a:lnTo>
                  <a:pt x="46620" y="464693"/>
                </a:lnTo>
                <a:lnTo>
                  <a:pt x="39291" y="460959"/>
                </a:lnTo>
                <a:lnTo>
                  <a:pt x="32393" y="456479"/>
                </a:lnTo>
                <a:lnTo>
                  <a:pt x="26000" y="451303"/>
                </a:lnTo>
                <a:lnTo>
                  <a:pt x="20184" y="445487"/>
                </a:lnTo>
                <a:lnTo>
                  <a:pt x="15008" y="439095"/>
                </a:lnTo>
                <a:lnTo>
                  <a:pt x="10528" y="432196"/>
                </a:lnTo>
                <a:lnTo>
                  <a:pt x="6794" y="424868"/>
                </a:lnTo>
                <a:lnTo>
                  <a:pt x="3846" y="417189"/>
                </a:lnTo>
                <a:lnTo>
                  <a:pt x="1717" y="409244"/>
                </a:lnTo>
                <a:lnTo>
                  <a:pt x="431" y="401120"/>
                </a:lnTo>
                <a:lnTo>
                  <a:pt x="0" y="392906"/>
                </a:lnTo>
                <a:lnTo>
                  <a:pt x="0" y="392906"/>
                </a:lnTo>
                <a:lnTo>
                  <a:pt x="0" y="384968"/>
                </a:lnTo>
                <a:lnTo>
                  <a:pt x="0" y="377031"/>
                </a:lnTo>
                <a:lnTo>
                  <a:pt x="0" y="369093"/>
                </a:lnTo>
                <a:lnTo>
                  <a:pt x="0" y="361156"/>
                </a:lnTo>
                <a:lnTo>
                  <a:pt x="0" y="353218"/>
                </a:lnTo>
                <a:lnTo>
                  <a:pt x="0" y="345281"/>
                </a:lnTo>
                <a:lnTo>
                  <a:pt x="0" y="337343"/>
                </a:lnTo>
                <a:lnTo>
                  <a:pt x="0" y="329406"/>
                </a:lnTo>
                <a:lnTo>
                  <a:pt x="0" y="321468"/>
                </a:lnTo>
                <a:lnTo>
                  <a:pt x="0" y="313531"/>
                </a:lnTo>
                <a:lnTo>
                  <a:pt x="0" y="305593"/>
                </a:lnTo>
                <a:lnTo>
                  <a:pt x="0" y="297656"/>
                </a:lnTo>
                <a:lnTo>
                  <a:pt x="0" y="289718"/>
                </a:lnTo>
                <a:lnTo>
                  <a:pt x="0" y="281781"/>
                </a:lnTo>
                <a:lnTo>
                  <a:pt x="0" y="273843"/>
                </a:lnTo>
                <a:lnTo>
                  <a:pt x="0" y="265906"/>
                </a:lnTo>
                <a:lnTo>
                  <a:pt x="0" y="257968"/>
                </a:lnTo>
                <a:lnTo>
                  <a:pt x="0" y="250031"/>
                </a:lnTo>
                <a:lnTo>
                  <a:pt x="0" y="242093"/>
                </a:lnTo>
                <a:lnTo>
                  <a:pt x="0" y="234156"/>
                </a:lnTo>
                <a:lnTo>
                  <a:pt x="0" y="226218"/>
                </a:lnTo>
                <a:lnTo>
                  <a:pt x="0" y="218281"/>
                </a:lnTo>
                <a:lnTo>
                  <a:pt x="0" y="210343"/>
                </a:lnTo>
                <a:lnTo>
                  <a:pt x="0" y="202406"/>
                </a:lnTo>
                <a:lnTo>
                  <a:pt x="0" y="194468"/>
                </a:lnTo>
                <a:lnTo>
                  <a:pt x="0" y="186531"/>
                </a:lnTo>
                <a:lnTo>
                  <a:pt x="0" y="178593"/>
                </a:lnTo>
                <a:lnTo>
                  <a:pt x="0" y="170656"/>
                </a:lnTo>
                <a:lnTo>
                  <a:pt x="0" y="162718"/>
                </a:lnTo>
                <a:lnTo>
                  <a:pt x="0" y="154781"/>
                </a:lnTo>
                <a:lnTo>
                  <a:pt x="0" y="146843"/>
                </a:lnTo>
                <a:lnTo>
                  <a:pt x="0" y="138906"/>
                </a:lnTo>
                <a:lnTo>
                  <a:pt x="0" y="130968"/>
                </a:lnTo>
                <a:lnTo>
                  <a:pt x="0" y="130968"/>
                </a:lnTo>
                <a:lnTo>
                  <a:pt x="431" y="122754"/>
                </a:lnTo>
                <a:lnTo>
                  <a:pt x="1717" y="114630"/>
                </a:lnTo>
                <a:lnTo>
                  <a:pt x="3846" y="106685"/>
                </a:lnTo>
                <a:lnTo>
                  <a:pt x="6794" y="99006"/>
                </a:lnTo>
                <a:lnTo>
                  <a:pt x="10528" y="91678"/>
                </a:lnTo>
                <a:lnTo>
                  <a:pt x="15008" y="84779"/>
                </a:lnTo>
                <a:lnTo>
                  <a:pt x="20184" y="78387"/>
                </a:lnTo>
                <a:lnTo>
                  <a:pt x="26000" y="72571"/>
                </a:lnTo>
                <a:lnTo>
                  <a:pt x="32393" y="67395"/>
                </a:lnTo>
                <a:lnTo>
                  <a:pt x="39291" y="62915"/>
                </a:lnTo>
                <a:lnTo>
                  <a:pt x="46620" y="59181"/>
                </a:lnTo>
                <a:lnTo>
                  <a:pt x="54299" y="56233"/>
                </a:lnTo>
                <a:lnTo>
                  <a:pt x="62244" y="54104"/>
                </a:lnTo>
                <a:lnTo>
                  <a:pt x="70368" y="52817"/>
                </a:lnTo>
                <a:lnTo>
                  <a:pt x="78582" y="52387"/>
                </a:lnTo>
                <a:moveTo>
                  <a:pt x="0" y="183356"/>
                </a:moveTo>
                <a:lnTo>
                  <a:pt x="7858" y="183356"/>
                </a:lnTo>
                <a:lnTo>
                  <a:pt x="15716" y="183356"/>
                </a:lnTo>
                <a:lnTo>
                  <a:pt x="23575" y="183356"/>
                </a:lnTo>
                <a:lnTo>
                  <a:pt x="31433" y="183356"/>
                </a:lnTo>
                <a:lnTo>
                  <a:pt x="39291" y="183356"/>
                </a:lnTo>
                <a:lnTo>
                  <a:pt x="47149" y="183356"/>
                </a:lnTo>
                <a:lnTo>
                  <a:pt x="55007" y="183356"/>
                </a:lnTo>
                <a:lnTo>
                  <a:pt x="62865" y="183356"/>
                </a:lnTo>
                <a:lnTo>
                  <a:pt x="70723" y="183356"/>
                </a:lnTo>
                <a:lnTo>
                  <a:pt x="78582" y="183356"/>
                </a:lnTo>
                <a:lnTo>
                  <a:pt x="86440" y="183356"/>
                </a:lnTo>
                <a:lnTo>
                  <a:pt x="94298" y="183356"/>
                </a:lnTo>
                <a:lnTo>
                  <a:pt x="102156" y="183356"/>
                </a:lnTo>
                <a:lnTo>
                  <a:pt x="110014" y="183356"/>
                </a:lnTo>
                <a:lnTo>
                  <a:pt x="117872" y="183356"/>
                </a:lnTo>
                <a:lnTo>
                  <a:pt x="125730" y="183356"/>
                </a:lnTo>
                <a:lnTo>
                  <a:pt x="133588" y="183356"/>
                </a:lnTo>
                <a:lnTo>
                  <a:pt x="141446" y="183356"/>
                </a:lnTo>
                <a:lnTo>
                  <a:pt x="149305" y="183356"/>
                </a:lnTo>
                <a:lnTo>
                  <a:pt x="157163" y="183356"/>
                </a:lnTo>
                <a:lnTo>
                  <a:pt x="165021" y="183356"/>
                </a:lnTo>
                <a:lnTo>
                  <a:pt x="172879" y="183356"/>
                </a:lnTo>
                <a:lnTo>
                  <a:pt x="180737" y="183356"/>
                </a:lnTo>
                <a:lnTo>
                  <a:pt x="188595" y="183356"/>
                </a:lnTo>
                <a:lnTo>
                  <a:pt x="196453" y="183356"/>
                </a:lnTo>
                <a:lnTo>
                  <a:pt x="204312" y="183356"/>
                </a:lnTo>
                <a:lnTo>
                  <a:pt x="212170" y="183356"/>
                </a:lnTo>
                <a:lnTo>
                  <a:pt x="220028" y="183356"/>
                </a:lnTo>
                <a:lnTo>
                  <a:pt x="227886" y="183356"/>
                </a:lnTo>
                <a:lnTo>
                  <a:pt x="235744" y="183356"/>
                </a:lnTo>
                <a:lnTo>
                  <a:pt x="243602" y="183356"/>
                </a:lnTo>
                <a:lnTo>
                  <a:pt x="251460" y="183356"/>
                </a:lnTo>
                <a:lnTo>
                  <a:pt x="259318" y="183356"/>
                </a:lnTo>
                <a:lnTo>
                  <a:pt x="267176" y="183356"/>
                </a:lnTo>
                <a:lnTo>
                  <a:pt x="275035" y="183356"/>
                </a:lnTo>
                <a:lnTo>
                  <a:pt x="282893" y="183356"/>
                </a:lnTo>
                <a:lnTo>
                  <a:pt x="290751" y="183356"/>
                </a:lnTo>
                <a:lnTo>
                  <a:pt x="298609" y="183356"/>
                </a:lnTo>
                <a:lnTo>
                  <a:pt x="306467" y="183356"/>
                </a:lnTo>
                <a:lnTo>
                  <a:pt x="314325" y="183356"/>
                </a:lnTo>
                <a:lnTo>
                  <a:pt x="322183" y="183356"/>
                </a:lnTo>
                <a:lnTo>
                  <a:pt x="330042" y="183356"/>
                </a:lnTo>
                <a:lnTo>
                  <a:pt x="337900" y="183356"/>
                </a:lnTo>
                <a:lnTo>
                  <a:pt x="345758" y="183356"/>
                </a:lnTo>
                <a:lnTo>
                  <a:pt x="353616" y="183356"/>
                </a:lnTo>
                <a:lnTo>
                  <a:pt x="361474" y="183356"/>
                </a:lnTo>
                <a:lnTo>
                  <a:pt x="369332" y="183356"/>
                </a:lnTo>
                <a:lnTo>
                  <a:pt x="377190" y="183356"/>
                </a:lnTo>
                <a:lnTo>
                  <a:pt x="385048" y="183356"/>
                </a:lnTo>
                <a:lnTo>
                  <a:pt x="392906" y="183356"/>
                </a:lnTo>
                <a:lnTo>
                  <a:pt x="400765" y="183356"/>
                </a:lnTo>
                <a:lnTo>
                  <a:pt x="408623" y="183356"/>
                </a:lnTo>
                <a:lnTo>
                  <a:pt x="416481" y="183356"/>
                </a:lnTo>
                <a:lnTo>
                  <a:pt x="424339" y="183356"/>
                </a:lnTo>
                <a:lnTo>
                  <a:pt x="432197" y="183356"/>
                </a:lnTo>
                <a:lnTo>
                  <a:pt x="440055" y="183356"/>
                </a:lnTo>
                <a:lnTo>
                  <a:pt x="447913" y="183356"/>
                </a:lnTo>
                <a:lnTo>
                  <a:pt x="455772" y="183356"/>
                </a:lnTo>
                <a:lnTo>
                  <a:pt x="463630" y="183356"/>
                </a:lnTo>
                <a:lnTo>
                  <a:pt x="471488" y="183356"/>
                </a:lnTo>
                <a:moveTo>
                  <a:pt x="130969" y="0"/>
                </a:moveTo>
                <a:lnTo>
                  <a:pt x="130969" y="8059"/>
                </a:lnTo>
                <a:lnTo>
                  <a:pt x="130969" y="16119"/>
                </a:lnTo>
                <a:lnTo>
                  <a:pt x="130969" y="24178"/>
                </a:lnTo>
                <a:lnTo>
                  <a:pt x="130969" y="32238"/>
                </a:lnTo>
                <a:lnTo>
                  <a:pt x="130969" y="40298"/>
                </a:lnTo>
                <a:lnTo>
                  <a:pt x="130969" y="48357"/>
                </a:lnTo>
                <a:lnTo>
                  <a:pt x="130969" y="56417"/>
                </a:lnTo>
                <a:lnTo>
                  <a:pt x="130969" y="64476"/>
                </a:lnTo>
                <a:lnTo>
                  <a:pt x="130969" y="72536"/>
                </a:lnTo>
                <a:lnTo>
                  <a:pt x="130969" y="80596"/>
                </a:lnTo>
                <a:lnTo>
                  <a:pt x="130969" y="88655"/>
                </a:lnTo>
                <a:lnTo>
                  <a:pt x="130969" y="96715"/>
                </a:lnTo>
                <a:lnTo>
                  <a:pt x="130969" y="104775"/>
                </a:lnTo>
                <a:moveTo>
                  <a:pt x="340519" y="0"/>
                </a:moveTo>
                <a:lnTo>
                  <a:pt x="340519" y="8059"/>
                </a:lnTo>
                <a:lnTo>
                  <a:pt x="340519" y="16119"/>
                </a:lnTo>
                <a:lnTo>
                  <a:pt x="340519" y="24178"/>
                </a:lnTo>
                <a:lnTo>
                  <a:pt x="340519" y="32238"/>
                </a:lnTo>
                <a:lnTo>
                  <a:pt x="340519" y="40298"/>
                </a:lnTo>
                <a:lnTo>
                  <a:pt x="340519" y="48357"/>
                </a:lnTo>
                <a:lnTo>
                  <a:pt x="340519" y="56417"/>
                </a:lnTo>
                <a:lnTo>
                  <a:pt x="340519" y="64476"/>
                </a:lnTo>
                <a:lnTo>
                  <a:pt x="340519" y="72536"/>
                </a:lnTo>
                <a:lnTo>
                  <a:pt x="340519" y="80596"/>
                </a:lnTo>
                <a:lnTo>
                  <a:pt x="340519" y="88655"/>
                </a:lnTo>
                <a:lnTo>
                  <a:pt x="340519" y="96715"/>
                </a:lnTo>
                <a:lnTo>
                  <a:pt x="340519" y="104775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87737" y="3814286"/>
            <a:ext cx="4111526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</a:t>
            </a:r>
          </a:p>
        </p:txBody>
      </p:sp>
      <p:sp>
        <p:nvSpPr>
          <p:cNvPr id="5" name="Highlight"/>
          <p:cNvSpPr/>
          <p:nvPr/>
        </p:nvSpPr>
        <p:spPr>
          <a:xfrm>
            <a:off x="3169146" y="5664994"/>
            <a:ext cx="3948708" cy="777240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4682014"/>
            <a:ext cx="8763000" cy="179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0"/>
              </a:lnSpc>
            </a:pPr>
            <a:r>
              <a:rPr b="0" i="0" sz="6000">
                <a:solidFill>
                  <a:srgbClr val="FFFFFF"/>
                </a:solidFill>
                <a:latin typeface="Poppins ExtraBold"/>
              </a:rPr>
              <a:t>Recap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 Sesi 3 &amp; 4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6823234"/>
            <a:ext cx="81915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Health dan Longevity.</a:t>
            </a:r>
            <a:br/>
            <a:r>
              <a:rPr b="0" i="0" sz="3300">
                <a:solidFill>
                  <a:srgbClr val="FFFFFF"/>
                </a:solidFill>
                <a:latin typeface="Poppins Medium"/>
              </a:rPr>
              <a:t>Terima kasih sudah hadir.</a:t>
            </a:r>
          </a:p>
        </p:txBody>
      </p:sp>
      <p:sp>
        <p:nvSpPr>
          <p:cNvPr id="8" name="Placeholder aset"/>
          <p:cNvSpPr/>
          <p:nvPr/>
        </p:nvSpPr>
        <p:spPr>
          <a:xfrm>
            <a:off x="762000" y="8339614"/>
            <a:ext cx="8763000" cy="20955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FOTO MOMEN SESI 3 / 4 (screenshot Meet / dokumentasi)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27471"/>
            <a:ext cx="8763000" cy="1000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5"/>
              </a:lnSpc>
            </a:pPr>
            <a:r>
              <a:rPr b="0" i="0" sz="11250">
                <a:solidFill>
                  <a:srgbClr val="FFFFFF">
                    <a:alpha val="35000"/>
                  </a:srgbClr>
                </a:solidFill>
                <a:latin typeface="Poppins ExtraBold"/>
              </a:rPr>
              <a:t>“</a:t>
            </a:r>
          </a:p>
        </p:txBody>
      </p:sp>
      <p:sp>
        <p:nvSpPr>
          <p:cNvPr id="3" name="Kotak"/>
          <p:cNvSpPr/>
          <p:nvPr/>
        </p:nvSpPr>
        <p:spPr>
          <a:xfrm>
            <a:off x="762000" y="3913346"/>
            <a:ext cx="8763000" cy="2247900"/>
          </a:xfrm>
          <a:prstGeom prst="roundRect">
            <a:avLst>
              <a:gd name="adj" fmla="val 16949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7300" y="4370546"/>
            <a:ext cx="77724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b="0" i="1" sz="3750">
                <a:solidFill>
                  <a:srgbClr val="FFFFFF"/>
                </a:solidFill>
                <a:latin typeface="Poppins Medium"/>
              </a:rPr>
              <a:t>[Kutipan singkat non-data dari Sesi 3 (Health)]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6446996"/>
            <a:ext cx="5284440" cy="568642"/>
          </a:xfrm>
          <a:prstGeom prst="roundRect">
            <a:avLst>
              <a:gd name="adj" fmla="val 402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277"/>
              </a:lnSpc>
            </a:pPr>
            <a:r>
              <a:rPr b="1" i="0" sz="2850">
                <a:solidFill>
                  <a:srgbClr val="0B233D"/>
                </a:solidFill>
                <a:latin typeface="Poppins"/>
              </a:rPr>
              <a:t>[Nama pembicara Sesi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01389"/>
            <a:ext cx="8763000" cy="4533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Sesi 3 · Health</a:t>
            </a:r>
          </a:p>
        </p:txBody>
      </p:sp>
      <p:sp>
        <p:nvSpPr>
          <p:cNvPr id="7" name="Placeholder aset"/>
          <p:cNvSpPr/>
          <p:nvPr/>
        </p:nvSpPr>
        <p:spPr>
          <a:xfrm>
            <a:off x="762000" y="8040529"/>
            <a:ext cx="8763000" cy="18097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FOTO PEMBICARA SESI 3 (cutout PNG)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294096"/>
            <a:ext cx="8763000" cy="1000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5"/>
              </a:lnSpc>
            </a:pPr>
            <a:r>
              <a:rPr b="0" i="0" sz="11250">
                <a:solidFill>
                  <a:srgbClr val="FFFFFF">
                    <a:alpha val="35000"/>
                  </a:srgbClr>
                </a:solidFill>
                <a:latin typeface="Poppins ExtraBold"/>
              </a:rPr>
              <a:t>“</a:t>
            </a:r>
          </a:p>
        </p:txBody>
      </p:sp>
      <p:sp>
        <p:nvSpPr>
          <p:cNvPr id="3" name="Kotak"/>
          <p:cNvSpPr/>
          <p:nvPr/>
        </p:nvSpPr>
        <p:spPr>
          <a:xfrm>
            <a:off x="762000" y="3579971"/>
            <a:ext cx="8763000" cy="2914650"/>
          </a:xfrm>
          <a:prstGeom prst="roundRect">
            <a:avLst>
              <a:gd name="adj" fmla="val 13071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7300" y="4037171"/>
            <a:ext cx="7772400" cy="2000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b="0" i="1" sz="3750">
                <a:solidFill>
                  <a:srgbClr val="FFFFFF"/>
                </a:solidFill>
                <a:latin typeface="Poppins Medium"/>
              </a:rPr>
              <a:t>[Kutipan singkat non-data dari Sesi 4 (Longevity &amp; Biohacking)]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6780371"/>
            <a:ext cx="5310485" cy="568642"/>
          </a:xfrm>
          <a:prstGeom prst="roundRect">
            <a:avLst>
              <a:gd name="adj" fmla="val 402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277"/>
              </a:lnSpc>
            </a:pPr>
            <a:r>
              <a:rPr b="1" i="0" sz="2850">
                <a:solidFill>
                  <a:srgbClr val="0B233D"/>
                </a:solidFill>
                <a:latin typeface="Poppins"/>
              </a:rPr>
              <a:t>[Nama pembicara Sesi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34764"/>
            <a:ext cx="8763000" cy="4533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Sesi 4 · Longevity &amp; Biohacking</a:t>
            </a:r>
          </a:p>
        </p:txBody>
      </p:sp>
      <p:sp>
        <p:nvSpPr>
          <p:cNvPr id="7" name="Placeholder aset"/>
          <p:cNvSpPr/>
          <p:nvPr/>
        </p:nvSpPr>
        <p:spPr>
          <a:xfrm>
            <a:off x="762000" y="8373904"/>
            <a:ext cx="8763000" cy="18097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FOTO PEMBICARA SESI 4 (cutout PNG)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020949"/>
            <a:ext cx="8763000" cy="15285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017"/>
              </a:lnSpc>
            </a:pPr>
            <a:r>
              <a:rPr b="0" i="0" sz="5100">
                <a:solidFill>
                  <a:srgbClr val="FFFFFF"/>
                </a:solidFill>
                <a:latin typeface="Poppins ExtraBold"/>
              </a:rPr>
              <a:t>Terima kasih,</a:t>
            </a:r>
            <a:br/>
            <a:r>
              <a:rPr b="0" i="0" sz="5100">
                <a:solidFill>
                  <a:srgbClr val="FFFFFF"/>
                </a:solidFill>
                <a:latin typeface="Poppins ExtraBold"/>
              </a:rPr>
              <a:t>Founding Circle Partners</a:t>
            </a:r>
          </a:p>
        </p:txBody>
      </p:sp>
      <p:sp>
        <p:nvSpPr>
          <p:cNvPr id="3" name="Logo Fit4Go"/>
          <p:cNvSpPr/>
          <p:nvPr/>
        </p:nvSpPr>
        <p:spPr>
          <a:xfrm>
            <a:off x="7905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Fit4Go</a:t>
            </a:r>
          </a:p>
        </p:txBody>
      </p:sp>
      <p:sp>
        <p:nvSpPr>
          <p:cNvPr id="4" name="Logo PPYNI"/>
          <p:cNvSpPr/>
          <p:nvPr/>
        </p:nvSpPr>
        <p:spPr>
          <a:xfrm>
            <a:off x="37623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PPYNI</a:t>
            </a:r>
          </a:p>
        </p:txBody>
      </p:sp>
      <p:sp>
        <p:nvSpPr>
          <p:cNvPr id="5" name="Logo Bisa Gerak"/>
          <p:cNvSpPr/>
          <p:nvPr/>
        </p:nvSpPr>
        <p:spPr>
          <a:xfrm>
            <a:off x="67341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Bisa Gerak</a:t>
            </a:r>
          </a:p>
        </p:txBody>
      </p:sp>
      <p:sp>
        <p:nvSpPr>
          <p:cNvPr id="6" name="Logo Lux Entertainment"/>
          <p:cNvSpPr/>
          <p:nvPr/>
        </p:nvSpPr>
        <p:spPr>
          <a:xfrm>
            <a:off x="2276475" y="66640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Lux Entertainment</a:t>
            </a:r>
          </a:p>
        </p:txBody>
      </p:sp>
      <p:sp>
        <p:nvSpPr>
          <p:cNvPr id="7" name="Logo Dreya Communications"/>
          <p:cNvSpPr/>
          <p:nvPr/>
        </p:nvSpPr>
        <p:spPr>
          <a:xfrm>
            <a:off x="5248275" y="66640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Dreya 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569071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Follow @shape.indonesia untuk sesi bulan Desember.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C12 · Nov W4 · Campaign B2B · Recap Sesi 3 &amp; 4 (Health + Longevity)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