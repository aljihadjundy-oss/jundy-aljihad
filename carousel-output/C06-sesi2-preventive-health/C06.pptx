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formal: ikon denyut, kicker sesi, judul besar dengan frasa kunci di highlight biru, placeholder foto profesional di bawah</a:t>
            </a:r>
          </a:p>
          <a:p>
            <a:r>
              <a:t>ELEMEN: Tanpa emoji besar, tanpa meme. Highlight biru di 'Peluang Bisnis Wellness'</a:t>
            </a:r>
          </a:p>
          <a:p>
            <a:r>
              <a:t>MOTION: Ikon pop → kicker rise → judul rise, highlight menyusul → foto rise</a:t>
            </a:r>
          </a:p>
          <a:p>
            <a:r>
              <a:t>ASET: Foto profesional generik (opsional). Kalau tidak ada, hapus kotak placeholder, layout tetap rapi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compare</a:t>
            </a:r>
          </a:p>
          <a:p>
            <a:r>
              <a:t>VISUAL: Dua kartu berdampingan: kiri kaca polos (reaktif), kanan lebih terang (preventif). Judul di atas, penutup di bawah</a:t>
            </a:r>
          </a:p>
          <a:p>
            <a:r>
              <a:t>ELEMEN: Perbandingan 2 kolom tanpa angka (tidak ada data yang dikarang). Kalimat penutup di highlight biru sebagai pesan bisnisnya</a:t>
            </a:r>
          </a:p>
          <a:p>
            <a:r>
              <a:t>MOTION: Judul rise → kartu kiri slide dari kiri → kartu kanan slide dari kanan → penutup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session</a:t>
            </a:r>
          </a:p>
          <a:p>
            <a:r>
              <a:t>VISUAL: Slide terpenting untuk B2B: logo Shape besar di tengah, nama sesi paling jelas</a:t>
            </a:r>
          </a:p>
          <a:p>
            <a:r>
              <a:t>ELEMEN: Status 'Segera hadir' dengan ikon kalender. Ganti dengan tanggal + jam begitu jadwal Sesi 2 final</a:t>
            </a:r>
          </a:p>
          <a:p>
            <a:r>
              <a:t>MOTION: Logo pop → kicker fade → 'Sesi 2' rise → kotak topik rise → tanggal rise</a:t>
            </a:r>
          </a:p>
          <a:p>
            <a:r>
              <a:t>ASET: Tidak ada. Butuh tanggal &amp; jam Sesi 2 dari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ikon tautan, kotak biru, pill handle</a:t>
            </a:r>
          </a:p>
          <a:p>
            <a:r>
              <a:t>ELEMEN: 'terpilih' sengaja dipakai untuk efek eksklusif (scarcity). Satu-satunya angka adalah proof titik 200+</a:t>
            </a:r>
          </a:p>
          <a:p>
            <a:r>
              <a:t>MOTION: Ikon pop → kotak rise → sub rise → handle pop</a:t>
            </a:r>
          </a:p>
          <a:p>
            <a:r>
              <a:t>ASET: Ikon LinkedIn kecil (opsional)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216372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pulse"/>
          <p:cNvSpPr/>
          <p:nvPr/>
        </p:nvSpPr>
        <p:spPr>
          <a:xfrm>
            <a:off x="4881562" y="2773585"/>
            <a:ext cx="523876" cy="314325"/>
          </a:xfrm>
          <a:custGeom>
            <a:avLst/>
            <a:gdLst/>
            <a:ahLst/>
            <a:cxnLst/>
            <a:rect l="l" t="t" r="r" b="b"/>
            <a:pathLst>
              <a:path w="523876" h="314325">
                <a:moveTo>
                  <a:pt x="0" y="157162"/>
                </a:moveTo>
                <a:lnTo>
                  <a:pt x="8186" y="157162"/>
                </a:lnTo>
                <a:lnTo>
                  <a:pt x="16372" y="157162"/>
                </a:lnTo>
                <a:lnTo>
                  <a:pt x="24557" y="157162"/>
                </a:lnTo>
                <a:lnTo>
                  <a:pt x="32743" y="157162"/>
                </a:lnTo>
                <a:lnTo>
                  <a:pt x="40928" y="157162"/>
                </a:lnTo>
                <a:lnTo>
                  <a:pt x="49114" y="157162"/>
                </a:lnTo>
                <a:lnTo>
                  <a:pt x="57299" y="157162"/>
                </a:lnTo>
                <a:lnTo>
                  <a:pt x="65485" y="157162"/>
                </a:lnTo>
                <a:lnTo>
                  <a:pt x="73670" y="157162"/>
                </a:lnTo>
                <a:lnTo>
                  <a:pt x="81856" y="157162"/>
                </a:lnTo>
                <a:lnTo>
                  <a:pt x="90042" y="157162"/>
                </a:lnTo>
                <a:lnTo>
                  <a:pt x="98227" y="157162"/>
                </a:lnTo>
                <a:lnTo>
                  <a:pt x="106413" y="157162"/>
                </a:lnTo>
                <a:lnTo>
                  <a:pt x="114598" y="157162"/>
                </a:lnTo>
                <a:lnTo>
                  <a:pt x="122784" y="157162"/>
                </a:lnTo>
                <a:lnTo>
                  <a:pt x="130969" y="157162"/>
                </a:lnTo>
                <a:lnTo>
                  <a:pt x="130969" y="157162"/>
                </a:lnTo>
                <a:lnTo>
                  <a:pt x="133464" y="149678"/>
                </a:lnTo>
                <a:lnTo>
                  <a:pt x="135959" y="142194"/>
                </a:lnTo>
                <a:lnTo>
                  <a:pt x="138453" y="134710"/>
                </a:lnTo>
                <a:lnTo>
                  <a:pt x="140948" y="127227"/>
                </a:lnTo>
                <a:lnTo>
                  <a:pt x="143442" y="119743"/>
                </a:lnTo>
                <a:lnTo>
                  <a:pt x="145937" y="112259"/>
                </a:lnTo>
                <a:lnTo>
                  <a:pt x="148432" y="104775"/>
                </a:lnTo>
                <a:lnTo>
                  <a:pt x="150926" y="97291"/>
                </a:lnTo>
                <a:lnTo>
                  <a:pt x="153421" y="89807"/>
                </a:lnTo>
                <a:lnTo>
                  <a:pt x="155916" y="82323"/>
                </a:lnTo>
                <a:lnTo>
                  <a:pt x="158410" y="74839"/>
                </a:lnTo>
                <a:lnTo>
                  <a:pt x="160905" y="67355"/>
                </a:lnTo>
                <a:lnTo>
                  <a:pt x="163400" y="59871"/>
                </a:lnTo>
                <a:lnTo>
                  <a:pt x="165894" y="52387"/>
                </a:lnTo>
                <a:lnTo>
                  <a:pt x="168389" y="44903"/>
                </a:lnTo>
                <a:lnTo>
                  <a:pt x="170884" y="37419"/>
                </a:lnTo>
                <a:lnTo>
                  <a:pt x="173378" y="29935"/>
                </a:lnTo>
                <a:lnTo>
                  <a:pt x="175873" y="22452"/>
                </a:lnTo>
                <a:lnTo>
                  <a:pt x="178367" y="14968"/>
                </a:lnTo>
                <a:lnTo>
                  <a:pt x="180862" y="7484"/>
                </a:lnTo>
                <a:lnTo>
                  <a:pt x="183357" y="0"/>
                </a:lnTo>
                <a:lnTo>
                  <a:pt x="183357" y="0"/>
                </a:lnTo>
                <a:lnTo>
                  <a:pt x="185851" y="7484"/>
                </a:lnTo>
                <a:lnTo>
                  <a:pt x="188346" y="14968"/>
                </a:lnTo>
                <a:lnTo>
                  <a:pt x="190841" y="22452"/>
                </a:lnTo>
                <a:lnTo>
                  <a:pt x="193335" y="29935"/>
                </a:lnTo>
                <a:lnTo>
                  <a:pt x="195830" y="37419"/>
                </a:lnTo>
                <a:lnTo>
                  <a:pt x="198325" y="44903"/>
                </a:lnTo>
                <a:lnTo>
                  <a:pt x="200819" y="52387"/>
                </a:lnTo>
                <a:lnTo>
                  <a:pt x="203314" y="59871"/>
                </a:lnTo>
                <a:lnTo>
                  <a:pt x="205809" y="67355"/>
                </a:lnTo>
                <a:lnTo>
                  <a:pt x="208303" y="74839"/>
                </a:lnTo>
                <a:lnTo>
                  <a:pt x="210798" y="82323"/>
                </a:lnTo>
                <a:lnTo>
                  <a:pt x="213292" y="89807"/>
                </a:lnTo>
                <a:lnTo>
                  <a:pt x="215787" y="97291"/>
                </a:lnTo>
                <a:lnTo>
                  <a:pt x="218282" y="104775"/>
                </a:lnTo>
                <a:lnTo>
                  <a:pt x="220776" y="112259"/>
                </a:lnTo>
                <a:lnTo>
                  <a:pt x="223271" y="119743"/>
                </a:lnTo>
                <a:lnTo>
                  <a:pt x="225766" y="127227"/>
                </a:lnTo>
                <a:lnTo>
                  <a:pt x="228260" y="134710"/>
                </a:lnTo>
                <a:lnTo>
                  <a:pt x="230755" y="142194"/>
                </a:lnTo>
                <a:lnTo>
                  <a:pt x="233250" y="149678"/>
                </a:lnTo>
                <a:lnTo>
                  <a:pt x="235744" y="157162"/>
                </a:lnTo>
                <a:lnTo>
                  <a:pt x="238239" y="164646"/>
                </a:lnTo>
                <a:lnTo>
                  <a:pt x="240734" y="172130"/>
                </a:lnTo>
                <a:lnTo>
                  <a:pt x="243228" y="179614"/>
                </a:lnTo>
                <a:lnTo>
                  <a:pt x="245723" y="187098"/>
                </a:lnTo>
                <a:lnTo>
                  <a:pt x="248217" y="194582"/>
                </a:lnTo>
                <a:lnTo>
                  <a:pt x="250712" y="202066"/>
                </a:lnTo>
                <a:lnTo>
                  <a:pt x="253207" y="209550"/>
                </a:lnTo>
                <a:lnTo>
                  <a:pt x="255701" y="217034"/>
                </a:lnTo>
                <a:lnTo>
                  <a:pt x="258196" y="224518"/>
                </a:lnTo>
                <a:lnTo>
                  <a:pt x="260691" y="232002"/>
                </a:lnTo>
                <a:lnTo>
                  <a:pt x="263185" y="239485"/>
                </a:lnTo>
                <a:lnTo>
                  <a:pt x="265680" y="246969"/>
                </a:lnTo>
                <a:lnTo>
                  <a:pt x="268175" y="254453"/>
                </a:lnTo>
                <a:lnTo>
                  <a:pt x="270669" y="261937"/>
                </a:lnTo>
                <a:lnTo>
                  <a:pt x="273164" y="269421"/>
                </a:lnTo>
                <a:lnTo>
                  <a:pt x="275659" y="276905"/>
                </a:lnTo>
                <a:lnTo>
                  <a:pt x="278153" y="284389"/>
                </a:lnTo>
                <a:lnTo>
                  <a:pt x="280648" y="291873"/>
                </a:lnTo>
                <a:lnTo>
                  <a:pt x="283142" y="299357"/>
                </a:lnTo>
                <a:lnTo>
                  <a:pt x="285637" y="306841"/>
                </a:lnTo>
                <a:lnTo>
                  <a:pt x="288132" y="314325"/>
                </a:lnTo>
                <a:lnTo>
                  <a:pt x="288132" y="314325"/>
                </a:lnTo>
                <a:lnTo>
                  <a:pt x="290626" y="306841"/>
                </a:lnTo>
                <a:lnTo>
                  <a:pt x="293121" y="299357"/>
                </a:lnTo>
                <a:lnTo>
                  <a:pt x="295616" y="291873"/>
                </a:lnTo>
                <a:lnTo>
                  <a:pt x="298110" y="284389"/>
                </a:lnTo>
                <a:lnTo>
                  <a:pt x="300605" y="276905"/>
                </a:lnTo>
                <a:lnTo>
                  <a:pt x="303100" y="269421"/>
                </a:lnTo>
                <a:lnTo>
                  <a:pt x="305594" y="261937"/>
                </a:lnTo>
                <a:lnTo>
                  <a:pt x="308089" y="254453"/>
                </a:lnTo>
                <a:lnTo>
                  <a:pt x="310584" y="246969"/>
                </a:lnTo>
                <a:lnTo>
                  <a:pt x="313078" y="239485"/>
                </a:lnTo>
                <a:lnTo>
                  <a:pt x="315573" y="232002"/>
                </a:lnTo>
                <a:lnTo>
                  <a:pt x="318067" y="224518"/>
                </a:lnTo>
                <a:lnTo>
                  <a:pt x="320562" y="217034"/>
                </a:lnTo>
                <a:lnTo>
                  <a:pt x="323057" y="209550"/>
                </a:lnTo>
                <a:lnTo>
                  <a:pt x="325551" y="202066"/>
                </a:lnTo>
                <a:lnTo>
                  <a:pt x="328046" y="194582"/>
                </a:lnTo>
                <a:lnTo>
                  <a:pt x="330541" y="187098"/>
                </a:lnTo>
                <a:lnTo>
                  <a:pt x="333035" y="179614"/>
                </a:lnTo>
                <a:lnTo>
                  <a:pt x="335530" y="172130"/>
                </a:lnTo>
                <a:lnTo>
                  <a:pt x="338025" y="164646"/>
                </a:lnTo>
                <a:lnTo>
                  <a:pt x="340519" y="157162"/>
                </a:lnTo>
                <a:lnTo>
                  <a:pt x="340519" y="157162"/>
                </a:lnTo>
                <a:lnTo>
                  <a:pt x="348491" y="157162"/>
                </a:lnTo>
                <a:lnTo>
                  <a:pt x="356463" y="157162"/>
                </a:lnTo>
                <a:lnTo>
                  <a:pt x="364435" y="157162"/>
                </a:lnTo>
                <a:lnTo>
                  <a:pt x="372407" y="157162"/>
                </a:lnTo>
                <a:lnTo>
                  <a:pt x="380379" y="157162"/>
                </a:lnTo>
                <a:lnTo>
                  <a:pt x="388351" y="157162"/>
                </a:lnTo>
                <a:lnTo>
                  <a:pt x="396323" y="157162"/>
                </a:lnTo>
                <a:lnTo>
                  <a:pt x="404295" y="157162"/>
                </a:lnTo>
                <a:lnTo>
                  <a:pt x="412267" y="157162"/>
                </a:lnTo>
                <a:lnTo>
                  <a:pt x="420239" y="157162"/>
                </a:lnTo>
                <a:lnTo>
                  <a:pt x="428211" y="157162"/>
                </a:lnTo>
                <a:lnTo>
                  <a:pt x="436183" y="157162"/>
                </a:lnTo>
                <a:lnTo>
                  <a:pt x="444155" y="157162"/>
                </a:lnTo>
                <a:lnTo>
                  <a:pt x="452127" y="157162"/>
                </a:lnTo>
                <a:lnTo>
                  <a:pt x="460099" y="157162"/>
                </a:lnTo>
                <a:lnTo>
                  <a:pt x="468071" y="157162"/>
                </a:lnTo>
                <a:lnTo>
                  <a:pt x="476043" y="157162"/>
                </a:lnTo>
                <a:lnTo>
                  <a:pt x="484015" y="157162"/>
                </a:lnTo>
                <a:lnTo>
                  <a:pt x="491987" y="157162"/>
                </a:lnTo>
                <a:lnTo>
                  <a:pt x="499959" y="157162"/>
                </a:lnTo>
                <a:lnTo>
                  <a:pt x="507931" y="157162"/>
                </a:lnTo>
                <a:lnTo>
                  <a:pt x="515903" y="157162"/>
                </a:lnTo>
                <a:lnTo>
                  <a:pt x="523876" y="157162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01503" y="3988022"/>
            <a:ext cx="5283994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 · Sesi 2</a:t>
            </a:r>
          </a:p>
        </p:txBody>
      </p:sp>
      <p:sp>
        <p:nvSpPr>
          <p:cNvPr id="5" name="Highlight"/>
          <p:cNvSpPr/>
          <p:nvPr/>
        </p:nvSpPr>
        <p:spPr>
          <a:xfrm>
            <a:off x="1881411" y="5937028"/>
            <a:ext cx="6708583" cy="854964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ighlight"/>
          <p:cNvSpPr/>
          <p:nvPr/>
        </p:nvSpPr>
        <p:spPr>
          <a:xfrm>
            <a:off x="2889939" y="6926104"/>
            <a:ext cx="4322719" cy="854964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762000" y="4855750"/>
            <a:ext cx="8763000" cy="2967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Preventive Health: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 Peluang Bisnis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Wellness </a:t>
            </a:r>
          </a:p>
        </p:txBody>
      </p:sp>
      <p:sp>
        <p:nvSpPr>
          <p:cNvPr id="8" name="Placeholder aset"/>
          <p:cNvSpPr/>
          <p:nvPr/>
        </p:nvSpPr>
        <p:spPr>
          <a:xfrm>
            <a:off x="762000" y="8165878"/>
            <a:ext cx="8763000" cy="20955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PROFESIONAL GENERIK (klinik / gym / konsultasi), opsional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250882"/>
            <a:ext cx="87630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Konsumen mulai bergeser</a:t>
            </a:r>
          </a:p>
        </p:txBody>
      </p:sp>
      <p:sp>
        <p:nvSpPr>
          <p:cNvPr id="3" name="Kartu"/>
          <p:cNvSpPr/>
          <p:nvPr/>
        </p:nvSpPr>
        <p:spPr>
          <a:xfrm>
            <a:off x="762000" y="4325302"/>
            <a:ext cx="4248150" cy="3971925"/>
          </a:xfrm>
          <a:prstGeom prst="roundRect">
            <a:avLst>
              <a:gd name="adj" fmla="val 15347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1100" y="4744402"/>
            <a:ext cx="1308050" cy="546735"/>
          </a:xfrm>
          <a:prstGeom prst="roundRect">
            <a:avLst>
              <a:gd name="adj" fmla="val 4181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104"/>
              </a:lnSpc>
            </a:pPr>
            <a:r>
              <a:rPr b="1" i="0" sz="2700">
                <a:solidFill>
                  <a:srgbClr val="0B233D"/>
                </a:solidFill>
                <a:latin typeface="Poppins"/>
              </a:rPr>
              <a:t>Dulu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" y="5538788"/>
            <a:ext cx="340995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Reaktif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6517958"/>
            <a:ext cx="3409950" cy="13601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Baru bertindak setelah ada keluhan.</a:t>
            </a:r>
          </a:p>
        </p:txBody>
      </p:sp>
      <p:sp>
        <p:nvSpPr>
          <p:cNvPr id="7" name="Kartu"/>
          <p:cNvSpPr/>
          <p:nvPr/>
        </p:nvSpPr>
        <p:spPr>
          <a:xfrm>
            <a:off x="5276850" y="4325302"/>
            <a:ext cx="4248150" cy="3971925"/>
          </a:xfrm>
          <a:prstGeom prst="roundRect">
            <a:avLst>
              <a:gd name="adj" fmla="val 15347"/>
            </a:avLst>
          </a:prstGeom>
          <a:solidFill>
            <a:srgbClr val="4B7B98">
              <a:alpha val="45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95950" y="4744402"/>
            <a:ext cx="2205484" cy="546735"/>
          </a:xfrm>
          <a:prstGeom prst="roundRect">
            <a:avLst>
              <a:gd name="adj" fmla="val 4181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104"/>
              </a:lnSpc>
            </a:pPr>
            <a:r>
              <a:rPr b="1" i="0" sz="2700">
                <a:solidFill>
                  <a:srgbClr val="0B233D"/>
                </a:solidFill>
                <a:latin typeface="Poppins"/>
              </a:rPr>
              <a:t>Sekarang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5950" y="5538788"/>
            <a:ext cx="340995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Preventif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5950" y="6517958"/>
            <a:ext cx="3409950" cy="906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Menjaga sebelum ada keluhan.</a:t>
            </a:r>
          </a:p>
        </p:txBody>
      </p:sp>
      <p:sp>
        <p:nvSpPr>
          <p:cNvPr id="11" name="Highlight"/>
          <p:cNvSpPr/>
          <p:nvPr/>
        </p:nvSpPr>
        <p:spPr>
          <a:xfrm>
            <a:off x="1908870" y="8732330"/>
            <a:ext cx="6469261" cy="427482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ks"/>
          <p:cNvSpPr txBox="1"/>
          <p:nvPr/>
        </p:nvSpPr>
        <p:spPr>
          <a:xfrm>
            <a:off x="762000" y="8640128"/>
            <a:ext cx="87630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 Ini peluang buat gym &amp; klinik. </a:t>
            </a:r>
          </a:p>
        </p:txBody>
      </p:sp>
      <p:sp>
        <p:nvSpPr>
          <p:cNvPr id="13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Shape besar" descr="logo-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690908"/>
            <a:ext cx="5334000" cy="185737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7737" y="4891183"/>
            <a:ext cx="411152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758910"/>
            <a:ext cx="8763000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496"/>
              </a:lnSpc>
            </a:pPr>
            <a:r>
              <a:rPr b="0" i="0" sz="7200">
                <a:solidFill>
                  <a:srgbClr val="FFFFFF"/>
                </a:solidFill>
                <a:latin typeface="Poppins ExtraBold"/>
              </a:rPr>
              <a:t>Sesi 2</a:t>
            </a:r>
          </a:p>
        </p:txBody>
      </p:sp>
      <p:sp>
        <p:nvSpPr>
          <p:cNvPr id="5" name="Kotak"/>
          <p:cNvSpPr/>
          <p:nvPr/>
        </p:nvSpPr>
        <p:spPr>
          <a:xfrm>
            <a:off x="762000" y="7180802"/>
            <a:ext cx="8763000" cy="1272540"/>
          </a:xfrm>
          <a:prstGeom prst="roundRect">
            <a:avLst>
              <a:gd name="adj" fmla="val 29940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523702"/>
            <a:ext cx="77724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Preventive &amp; Consumer Health</a:t>
            </a:r>
          </a:p>
        </p:txBody>
      </p:sp>
      <p:sp>
        <p:nvSpPr>
          <p:cNvPr id="7" name="Bulatan kalender"/>
          <p:cNvSpPr/>
          <p:nvPr/>
        </p:nvSpPr>
        <p:spPr>
          <a:xfrm>
            <a:off x="2531864" y="8796242"/>
            <a:ext cx="990600" cy="990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kon calendar"/>
          <p:cNvSpPr/>
          <p:nvPr/>
        </p:nvSpPr>
        <p:spPr>
          <a:xfrm>
            <a:off x="2841427" y="910580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2" y="41275"/>
                </a:moveTo>
                <a:lnTo>
                  <a:pt x="68103" y="41275"/>
                </a:lnTo>
                <a:lnTo>
                  <a:pt x="74295" y="41275"/>
                </a:lnTo>
                <a:lnTo>
                  <a:pt x="80486" y="41275"/>
                </a:lnTo>
                <a:lnTo>
                  <a:pt x="86677" y="41275"/>
                </a:lnTo>
                <a:lnTo>
                  <a:pt x="92868" y="41275"/>
                </a:lnTo>
                <a:lnTo>
                  <a:pt x="99060" y="41275"/>
                </a:lnTo>
                <a:lnTo>
                  <a:pt x="105251" y="41275"/>
                </a:lnTo>
                <a:lnTo>
                  <a:pt x="111442" y="41275"/>
                </a:lnTo>
                <a:lnTo>
                  <a:pt x="117633" y="41275"/>
                </a:lnTo>
                <a:lnTo>
                  <a:pt x="123825" y="41275"/>
                </a:lnTo>
                <a:lnTo>
                  <a:pt x="130016" y="41275"/>
                </a:lnTo>
                <a:lnTo>
                  <a:pt x="136207" y="41275"/>
                </a:lnTo>
                <a:lnTo>
                  <a:pt x="142398" y="41275"/>
                </a:lnTo>
                <a:lnTo>
                  <a:pt x="148590" y="41275"/>
                </a:lnTo>
                <a:lnTo>
                  <a:pt x="154781" y="41275"/>
                </a:lnTo>
                <a:lnTo>
                  <a:pt x="160972" y="41275"/>
                </a:lnTo>
                <a:lnTo>
                  <a:pt x="167163" y="41275"/>
                </a:lnTo>
                <a:lnTo>
                  <a:pt x="173355" y="41275"/>
                </a:lnTo>
                <a:lnTo>
                  <a:pt x="179546" y="41275"/>
                </a:lnTo>
                <a:lnTo>
                  <a:pt x="185737" y="41275"/>
                </a:lnTo>
                <a:lnTo>
                  <a:pt x="191928" y="41275"/>
                </a:lnTo>
                <a:lnTo>
                  <a:pt x="198120" y="41275"/>
                </a:lnTo>
                <a:lnTo>
                  <a:pt x="204311" y="41275"/>
                </a:lnTo>
                <a:lnTo>
                  <a:pt x="210502" y="41275"/>
                </a:lnTo>
                <a:lnTo>
                  <a:pt x="216693" y="41275"/>
                </a:lnTo>
                <a:lnTo>
                  <a:pt x="222885" y="41275"/>
                </a:lnTo>
                <a:lnTo>
                  <a:pt x="229076" y="41275"/>
                </a:lnTo>
                <a:lnTo>
                  <a:pt x="235267" y="41275"/>
                </a:lnTo>
                <a:lnTo>
                  <a:pt x="241458" y="41275"/>
                </a:lnTo>
                <a:lnTo>
                  <a:pt x="247650" y="41275"/>
                </a:lnTo>
                <a:lnTo>
                  <a:pt x="253841" y="41275"/>
                </a:lnTo>
                <a:lnTo>
                  <a:pt x="260032" y="41275"/>
                </a:lnTo>
                <a:lnTo>
                  <a:pt x="266223" y="41275"/>
                </a:lnTo>
                <a:lnTo>
                  <a:pt x="272415" y="41275"/>
                </a:lnTo>
                <a:lnTo>
                  <a:pt x="278606" y="41275"/>
                </a:lnTo>
                <a:lnTo>
                  <a:pt x="284797" y="41275"/>
                </a:lnTo>
                <a:lnTo>
                  <a:pt x="290988" y="41275"/>
                </a:lnTo>
                <a:lnTo>
                  <a:pt x="297180" y="41275"/>
                </a:lnTo>
                <a:lnTo>
                  <a:pt x="303371" y="41275"/>
                </a:lnTo>
                <a:lnTo>
                  <a:pt x="309562" y="41275"/>
                </a:lnTo>
                <a:lnTo>
                  <a:pt x="309562" y="41275"/>
                </a:lnTo>
                <a:lnTo>
                  <a:pt x="316034" y="41614"/>
                </a:lnTo>
                <a:lnTo>
                  <a:pt x="322434" y="42628"/>
                </a:lnTo>
                <a:lnTo>
                  <a:pt x="328694" y="44305"/>
                </a:lnTo>
                <a:lnTo>
                  <a:pt x="334744" y="46627"/>
                </a:lnTo>
                <a:lnTo>
                  <a:pt x="340518" y="49569"/>
                </a:lnTo>
                <a:lnTo>
                  <a:pt x="345953" y="53099"/>
                </a:lnTo>
                <a:lnTo>
                  <a:pt x="350990" y="57177"/>
                </a:lnTo>
                <a:lnTo>
                  <a:pt x="355572" y="61760"/>
                </a:lnTo>
                <a:lnTo>
                  <a:pt x="359650" y="66796"/>
                </a:lnTo>
                <a:lnTo>
                  <a:pt x="363180" y="72231"/>
                </a:lnTo>
                <a:lnTo>
                  <a:pt x="366122" y="78005"/>
                </a:lnTo>
                <a:lnTo>
                  <a:pt x="368444" y="84055"/>
                </a:lnTo>
                <a:lnTo>
                  <a:pt x="370122" y="90315"/>
                </a:lnTo>
                <a:lnTo>
                  <a:pt x="371135" y="96716"/>
                </a:lnTo>
                <a:lnTo>
                  <a:pt x="371475" y="103187"/>
                </a:lnTo>
                <a:lnTo>
                  <a:pt x="371475" y="103187"/>
                </a:lnTo>
                <a:lnTo>
                  <a:pt x="371475" y="109441"/>
                </a:lnTo>
                <a:lnTo>
                  <a:pt x="371475" y="115695"/>
                </a:lnTo>
                <a:lnTo>
                  <a:pt x="371475" y="121949"/>
                </a:lnTo>
                <a:lnTo>
                  <a:pt x="371475" y="128202"/>
                </a:lnTo>
                <a:lnTo>
                  <a:pt x="371475" y="134456"/>
                </a:lnTo>
                <a:lnTo>
                  <a:pt x="371475" y="140710"/>
                </a:lnTo>
                <a:lnTo>
                  <a:pt x="371475" y="146964"/>
                </a:lnTo>
                <a:lnTo>
                  <a:pt x="371475" y="153218"/>
                </a:lnTo>
                <a:lnTo>
                  <a:pt x="371475" y="159471"/>
                </a:lnTo>
                <a:lnTo>
                  <a:pt x="371475" y="165725"/>
                </a:lnTo>
                <a:lnTo>
                  <a:pt x="371475" y="171979"/>
                </a:lnTo>
                <a:lnTo>
                  <a:pt x="371475" y="178233"/>
                </a:lnTo>
                <a:lnTo>
                  <a:pt x="371475" y="184486"/>
                </a:lnTo>
                <a:lnTo>
                  <a:pt x="371475" y="190740"/>
                </a:lnTo>
                <a:lnTo>
                  <a:pt x="371475" y="196994"/>
                </a:lnTo>
                <a:lnTo>
                  <a:pt x="371475" y="203248"/>
                </a:lnTo>
                <a:lnTo>
                  <a:pt x="371475" y="209502"/>
                </a:lnTo>
                <a:lnTo>
                  <a:pt x="371475" y="215755"/>
                </a:lnTo>
                <a:lnTo>
                  <a:pt x="371475" y="222009"/>
                </a:lnTo>
                <a:lnTo>
                  <a:pt x="371475" y="228263"/>
                </a:lnTo>
                <a:lnTo>
                  <a:pt x="371475" y="234517"/>
                </a:lnTo>
                <a:lnTo>
                  <a:pt x="371475" y="240771"/>
                </a:lnTo>
                <a:lnTo>
                  <a:pt x="371475" y="247024"/>
                </a:lnTo>
                <a:lnTo>
                  <a:pt x="371475" y="253278"/>
                </a:lnTo>
                <a:lnTo>
                  <a:pt x="371475" y="259532"/>
                </a:lnTo>
                <a:lnTo>
                  <a:pt x="371475" y="265786"/>
                </a:lnTo>
                <a:lnTo>
                  <a:pt x="371475" y="272040"/>
                </a:lnTo>
                <a:lnTo>
                  <a:pt x="371475" y="278293"/>
                </a:lnTo>
                <a:lnTo>
                  <a:pt x="371475" y="284547"/>
                </a:lnTo>
                <a:lnTo>
                  <a:pt x="371475" y="290801"/>
                </a:lnTo>
                <a:lnTo>
                  <a:pt x="371475" y="297055"/>
                </a:lnTo>
                <a:lnTo>
                  <a:pt x="371475" y="303308"/>
                </a:lnTo>
                <a:lnTo>
                  <a:pt x="371475" y="309562"/>
                </a:lnTo>
                <a:lnTo>
                  <a:pt x="371475" y="309562"/>
                </a:lnTo>
                <a:lnTo>
                  <a:pt x="371135" y="316034"/>
                </a:lnTo>
                <a:lnTo>
                  <a:pt x="370122" y="322435"/>
                </a:lnTo>
                <a:lnTo>
                  <a:pt x="368444" y="328694"/>
                </a:lnTo>
                <a:lnTo>
                  <a:pt x="366122" y="334744"/>
                </a:lnTo>
                <a:lnTo>
                  <a:pt x="363180" y="340519"/>
                </a:lnTo>
                <a:lnTo>
                  <a:pt x="359650" y="345954"/>
                </a:lnTo>
                <a:lnTo>
                  <a:pt x="355572" y="350990"/>
                </a:lnTo>
                <a:lnTo>
                  <a:pt x="350990" y="355572"/>
                </a:lnTo>
                <a:lnTo>
                  <a:pt x="345953" y="359651"/>
                </a:lnTo>
                <a:lnTo>
                  <a:pt x="340518" y="363180"/>
                </a:lnTo>
                <a:lnTo>
                  <a:pt x="334744" y="366122"/>
                </a:lnTo>
                <a:lnTo>
                  <a:pt x="328694" y="368445"/>
                </a:lnTo>
                <a:lnTo>
                  <a:pt x="322434" y="370122"/>
                </a:lnTo>
                <a:lnTo>
                  <a:pt x="316034" y="371136"/>
                </a:lnTo>
                <a:lnTo>
                  <a:pt x="309562" y="371475"/>
                </a:lnTo>
                <a:lnTo>
                  <a:pt x="309562" y="371475"/>
                </a:lnTo>
                <a:lnTo>
                  <a:pt x="303371" y="371475"/>
                </a:lnTo>
                <a:lnTo>
                  <a:pt x="297180" y="371475"/>
                </a:lnTo>
                <a:lnTo>
                  <a:pt x="290988" y="371475"/>
                </a:lnTo>
                <a:lnTo>
                  <a:pt x="284797" y="371475"/>
                </a:lnTo>
                <a:lnTo>
                  <a:pt x="278606" y="371475"/>
                </a:lnTo>
                <a:lnTo>
                  <a:pt x="272415" y="371475"/>
                </a:lnTo>
                <a:lnTo>
                  <a:pt x="266223" y="371475"/>
                </a:lnTo>
                <a:lnTo>
                  <a:pt x="260032" y="371475"/>
                </a:lnTo>
                <a:lnTo>
                  <a:pt x="253841" y="371475"/>
                </a:lnTo>
                <a:lnTo>
                  <a:pt x="247650" y="371475"/>
                </a:lnTo>
                <a:lnTo>
                  <a:pt x="241458" y="371475"/>
                </a:lnTo>
                <a:lnTo>
                  <a:pt x="235267" y="371475"/>
                </a:lnTo>
                <a:lnTo>
                  <a:pt x="229076" y="371475"/>
                </a:lnTo>
                <a:lnTo>
                  <a:pt x="222885" y="371475"/>
                </a:lnTo>
                <a:lnTo>
                  <a:pt x="216693" y="371475"/>
                </a:lnTo>
                <a:lnTo>
                  <a:pt x="210502" y="371475"/>
                </a:lnTo>
                <a:lnTo>
                  <a:pt x="204311" y="371475"/>
                </a:lnTo>
                <a:lnTo>
                  <a:pt x="198120" y="371475"/>
                </a:lnTo>
                <a:lnTo>
                  <a:pt x="191928" y="371475"/>
                </a:lnTo>
                <a:lnTo>
                  <a:pt x="185737" y="371475"/>
                </a:lnTo>
                <a:lnTo>
                  <a:pt x="179546" y="371475"/>
                </a:lnTo>
                <a:lnTo>
                  <a:pt x="173355" y="371475"/>
                </a:lnTo>
                <a:lnTo>
                  <a:pt x="167163" y="371475"/>
                </a:lnTo>
                <a:lnTo>
                  <a:pt x="160972" y="371475"/>
                </a:lnTo>
                <a:lnTo>
                  <a:pt x="154781" y="371475"/>
                </a:lnTo>
                <a:lnTo>
                  <a:pt x="148590" y="371475"/>
                </a:lnTo>
                <a:lnTo>
                  <a:pt x="142398" y="371475"/>
                </a:lnTo>
                <a:lnTo>
                  <a:pt x="136207" y="371475"/>
                </a:lnTo>
                <a:lnTo>
                  <a:pt x="130016" y="371475"/>
                </a:lnTo>
                <a:lnTo>
                  <a:pt x="123825" y="371475"/>
                </a:lnTo>
                <a:lnTo>
                  <a:pt x="117633" y="371475"/>
                </a:lnTo>
                <a:lnTo>
                  <a:pt x="111442" y="371475"/>
                </a:lnTo>
                <a:lnTo>
                  <a:pt x="105251" y="371475"/>
                </a:lnTo>
                <a:lnTo>
                  <a:pt x="99060" y="371475"/>
                </a:lnTo>
                <a:lnTo>
                  <a:pt x="92868" y="371475"/>
                </a:lnTo>
                <a:lnTo>
                  <a:pt x="86677" y="371475"/>
                </a:lnTo>
                <a:lnTo>
                  <a:pt x="80486" y="371475"/>
                </a:lnTo>
                <a:lnTo>
                  <a:pt x="74295" y="371475"/>
                </a:lnTo>
                <a:lnTo>
                  <a:pt x="68103" y="371475"/>
                </a:lnTo>
                <a:lnTo>
                  <a:pt x="61912" y="371475"/>
                </a:lnTo>
                <a:lnTo>
                  <a:pt x="61912" y="371475"/>
                </a:lnTo>
                <a:lnTo>
                  <a:pt x="55440" y="371136"/>
                </a:lnTo>
                <a:lnTo>
                  <a:pt x="49040" y="370122"/>
                </a:lnTo>
                <a:lnTo>
                  <a:pt x="42780" y="368445"/>
                </a:lnTo>
                <a:lnTo>
                  <a:pt x="36730" y="366122"/>
                </a:lnTo>
                <a:lnTo>
                  <a:pt x="30956" y="363180"/>
                </a:lnTo>
                <a:lnTo>
                  <a:pt x="25521" y="359651"/>
                </a:lnTo>
                <a:lnTo>
                  <a:pt x="20485" y="355572"/>
                </a:lnTo>
                <a:lnTo>
                  <a:pt x="15902" y="350990"/>
                </a:lnTo>
                <a:lnTo>
                  <a:pt x="11824" y="345954"/>
                </a:lnTo>
                <a:lnTo>
                  <a:pt x="8294" y="340519"/>
                </a:lnTo>
                <a:lnTo>
                  <a:pt x="5352" y="334744"/>
                </a:lnTo>
                <a:lnTo>
                  <a:pt x="3030" y="328694"/>
                </a:lnTo>
                <a:lnTo>
                  <a:pt x="1352" y="322435"/>
                </a:lnTo>
                <a:lnTo>
                  <a:pt x="339" y="316034"/>
                </a:lnTo>
                <a:lnTo>
                  <a:pt x="0" y="309562"/>
                </a:lnTo>
                <a:lnTo>
                  <a:pt x="0" y="309562"/>
                </a:lnTo>
                <a:lnTo>
                  <a:pt x="0" y="303308"/>
                </a:lnTo>
                <a:lnTo>
                  <a:pt x="0" y="297055"/>
                </a:lnTo>
                <a:lnTo>
                  <a:pt x="0" y="290801"/>
                </a:lnTo>
                <a:lnTo>
                  <a:pt x="0" y="284547"/>
                </a:lnTo>
                <a:lnTo>
                  <a:pt x="0" y="278293"/>
                </a:lnTo>
                <a:lnTo>
                  <a:pt x="0" y="272040"/>
                </a:lnTo>
                <a:lnTo>
                  <a:pt x="0" y="265786"/>
                </a:lnTo>
                <a:lnTo>
                  <a:pt x="0" y="259532"/>
                </a:lnTo>
                <a:lnTo>
                  <a:pt x="0" y="253278"/>
                </a:lnTo>
                <a:lnTo>
                  <a:pt x="0" y="247024"/>
                </a:lnTo>
                <a:lnTo>
                  <a:pt x="0" y="240771"/>
                </a:lnTo>
                <a:lnTo>
                  <a:pt x="0" y="234517"/>
                </a:lnTo>
                <a:lnTo>
                  <a:pt x="0" y="228263"/>
                </a:lnTo>
                <a:lnTo>
                  <a:pt x="0" y="222009"/>
                </a:lnTo>
                <a:lnTo>
                  <a:pt x="0" y="215755"/>
                </a:lnTo>
                <a:lnTo>
                  <a:pt x="0" y="209502"/>
                </a:lnTo>
                <a:lnTo>
                  <a:pt x="0" y="203248"/>
                </a:lnTo>
                <a:lnTo>
                  <a:pt x="0" y="196994"/>
                </a:lnTo>
                <a:lnTo>
                  <a:pt x="0" y="190740"/>
                </a:lnTo>
                <a:lnTo>
                  <a:pt x="0" y="184486"/>
                </a:lnTo>
                <a:lnTo>
                  <a:pt x="0" y="178233"/>
                </a:lnTo>
                <a:lnTo>
                  <a:pt x="0" y="171979"/>
                </a:lnTo>
                <a:lnTo>
                  <a:pt x="0" y="165725"/>
                </a:lnTo>
                <a:lnTo>
                  <a:pt x="0" y="159471"/>
                </a:lnTo>
                <a:lnTo>
                  <a:pt x="0" y="153218"/>
                </a:lnTo>
                <a:lnTo>
                  <a:pt x="0" y="146964"/>
                </a:lnTo>
                <a:lnTo>
                  <a:pt x="0" y="140710"/>
                </a:lnTo>
                <a:lnTo>
                  <a:pt x="0" y="134456"/>
                </a:lnTo>
                <a:lnTo>
                  <a:pt x="0" y="128202"/>
                </a:lnTo>
                <a:lnTo>
                  <a:pt x="0" y="121949"/>
                </a:lnTo>
                <a:lnTo>
                  <a:pt x="0" y="115695"/>
                </a:lnTo>
                <a:lnTo>
                  <a:pt x="0" y="109441"/>
                </a:lnTo>
                <a:lnTo>
                  <a:pt x="0" y="103187"/>
                </a:lnTo>
                <a:lnTo>
                  <a:pt x="0" y="103187"/>
                </a:lnTo>
                <a:lnTo>
                  <a:pt x="339" y="96716"/>
                </a:lnTo>
                <a:lnTo>
                  <a:pt x="1352" y="90315"/>
                </a:lnTo>
                <a:lnTo>
                  <a:pt x="3030" y="84055"/>
                </a:lnTo>
                <a:lnTo>
                  <a:pt x="5352" y="78005"/>
                </a:lnTo>
                <a:lnTo>
                  <a:pt x="8294" y="72231"/>
                </a:lnTo>
                <a:lnTo>
                  <a:pt x="11824" y="66796"/>
                </a:lnTo>
                <a:lnTo>
                  <a:pt x="15902" y="61760"/>
                </a:lnTo>
                <a:lnTo>
                  <a:pt x="20485" y="57177"/>
                </a:lnTo>
                <a:lnTo>
                  <a:pt x="25521" y="53099"/>
                </a:lnTo>
                <a:lnTo>
                  <a:pt x="30956" y="49569"/>
                </a:lnTo>
                <a:lnTo>
                  <a:pt x="36730" y="46627"/>
                </a:lnTo>
                <a:lnTo>
                  <a:pt x="42780" y="44305"/>
                </a:lnTo>
                <a:lnTo>
                  <a:pt x="49040" y="42628"/>
                </a:lnTo>
                <a:lnTo>
                  <a:pt x="55440" y="41614"/>
                </a:lnTo>
                <a:lnTo>
                  <a:pt x="61912" y="41275"/>
                </a:lnTo>
                <a:moveTo>
                  <a:pt x="0" y="144462"/>
                </a:moveTo>
                <a:lnTo>
                  <a:pt x="6191" y="144462"/>
                </a:lnTo>
                <a:lnTo>
                  <a:pt x="12382" y="144462"/>
                </a:lnTo>
                <a:lnTo>
                  <a:pt x="18573" y="144462"/>
                </a:lnTo>
                <a:lnTo>
                  <a:pt x="24765" y="144462"/>
                </a:lnTo>
                <a:lnTo>
                  <a:pt x="30956" y="144462"/>
                </a:lnTo>
                <a:lnTo>
                  <a:pt x="37147" y="144462"/>
                </a:lnTo>
                <a:lnTo>
                  <a:pt x="43338" y="144462"/>
                </a:lnTo>
                <a:lnTo>
                  <a:pt x="49530" y="144462"/>
                </a:lnTo>
                <a:lnTo>
                  <a:pt x="55721" y="144462"/>
                </a:lnTo>
                <a:lnTo>
                  <a:pt x="61912" y="144462"/>
                </a:lnTo>
                <a:lnTo>
                  <a:pt x="68103" y="144462"/>
                </a:lnTo>
                <a:lnTo>
                  <a:pt x="74295" y="144462"/>
                </a:lnTo>
                <a:lnTo>
                  <a:pt x="80486" y="144462"/>
                </a:lnTo>
                <a:lnTo>
                  <a:pt x="86677" y="144462"/>
                </a:lnTo>
                <a:lnTo>
                  <a:pt x="92868" y="144462"/>
                </a:lnTo>
                <a:lnTo>
                  <a:pt x="99060" y="144462"/>
                </a:lnTo>
                <a:lnTo>
                  <a:pt x="105251" y="144462"/>
                </a:lnTo>
                <a:lnTo>
                  <a:pt x="111442" y="144462"/>
                </a:lnTo>
                <a:lnTo>
                  <a:pt x="117633" y="144462"/>
                </a:lnTo>
                <a:lnTo>
                  <a:pt x="123825" y="144462"/>
                </a:lnTo>
                <a:lnTo>
                  <a:pt x="130016" y="144462"/>
                </a:lnTo>
                <a:lnTo>
                  <a:pt x="136207" y="144462"/>
                </a:lnTo>
                <a:lnTo>
                  <a:pt x="142398" y="144462"/>
                </a:lnTo>
                <a:lnTo>
                  <a:pt x="148590" y="144462"/>
                </a:lnTo>
                <a:lnTo>
                  <a:pt x="154781" y="144462"/>
                </a:lnTo>
                <a:lnTo>
                  <a:pt x="160972" y="144462"/>
                </a:lnTo>
                <a:lnTo>
                  <a:pt x="167163" y="144462"/>
                </a:lnTo>
                <a:lnTo>
                  <a:pt x="173355" y="144462"/>
                </a:lnTo>
                <a:lnTo>
                  <a:pt x="179546" y="144462"/>
                </a:lnTo>
                <a:lnTo>
                  <a:pt x="185737" y="144462"/>
                </a:lnTo>
                <a:lnTo>
                  <a:pt x="191928" y="144462"/>
                </a:lnTo>
                <a:lnTo>
                  <a:pt x="198120" y="144462"/>
                </a:lnTo>
                <a:lnTo>
                  <a:pt x="204311" y="144462"/>
                </a:lnTo>
                <a:lnTo>
                  <a:pt x="210502" y="144462"/>
                </a:lnTo>
                <a:lnTo>
                  <a:pt x="216693" y="144462"/>
                </a:lnTo>
                <a:lnTo>
                  <a:pt x="222885" y="144462"/>
                </a:lnTo>
                <a:lnTo>
                  <a:pt x="229076" y="144462"/>
                </a:lnTo>
                <a:lnTo>
                  <a:pt x="235267" y="144462"/>
                </a:lnTo>
                <a:lnTo>
                  <a:pt x="241458" y="144462"/>
                </a:lnTo>
                <a:lnTo>
                  <a:pt x="247650" y="144462"/>
                </a:lnTo>
                <a:lnTo>
                  <a:pt x="253841" y="144462"/>
                </a:lnTo>
                <a:lnTo>
                  <a:pt x="260032" y="144462"/>
                </a:lnTo>
                <a:lnTo>
                  <a:pt x="266223" y="144462"/>
                </a:lnTo>
                <a:lnTo>
                  <a:pt x="272415" y="144462"/>
                </a:lnTo>
                <a:lnTo>
                  <a:pt x="278606" y="144462"/>
                </a:lnTo>
                <a:lnTo>
                  <a:pt x="284797" y="144462"/>
                </a:lnTo>
                <a:lnTo>
                  <a:pt x="290988" y="144462"/>
                </a:lnTo>
                <a:lnTo>
                  <a:pt x="297180" y="144462"/>
                </a:lnTo>
                <a:lnTo>
                  <a:pt x="303371" y="144462"/>
                </a:lnTo>
                <a:lnTo>
                  <a:pt x="309562" y="144462"/>
                </a:lnTo>
                <a:lnTo>
                  <a:pt x="315753" y="144462"/>
                </a:lnTo>
                <a:lnTo>
                  <a:pt x="321945" y="144462"/>
                </a:lnTo>
                <a:lnTo>
                  <a:pt x="328136" y="144462"/>
                </a:lnTo>
                <a:lnTo>
                  <a:pt x="334327" y="144462"/>
                </a:lnTo>
                <a:lnTo>
                  <a:pt x="340518" y="144462"/>
                </a:lnTo>
                <a:lnTo>
                  <a:pt x="346710" y="144462"/>
                </a:lnTo>
                <a:lnTo>
                  <a:pt x="352901" y="144462"/>
                </a:lnTo>
                <a:lnTo>
                  <a:pt x="359092" y="144462"/>
                </a:lnTo>
                <a:lnTo>
                  <a:pt x="365283" y="144462"/>
                </a:lnTo>
                <a:lnTo>
                  <a:pt x="371475" y="144462"/>
                </a:lnTo>
                <a:moveTo>
                  <a:pt x="103187" y="0"/>
                </a:moveTo>
                <a:lnTo>
                  <a:pt x="103187" y="6350"/>
                </a:lnTo>
                <a:lnTo>
                  <a:pt x="103187" y="12700"/>
                </a:lnTo>
                <a:lnTo>
                  <a:pt x="103187" y="19050"/>
                </a:lnTo>
                <a:lnTo>
                  <a:pt x="103187" y="25400"/>
                </a:lnTo>
                <a:lnTo>
                  <a:pt x="103187" y="31750"/>
                </a:lnTo>
                <a:lnTo>
                  <a:pt x="103187" y="38100"/>
                </a:lnTo>
                <a:lnTo>
                  <a:pt x="103187" y="44450"/>
                </a:lnTo>
                <a:lnTo>
                  <a:pt x="103187" y="50800"/>
                </a:lnTo>
                <a:lnTo>
                  <a:pt x="103187" y="57150"/>
                </a:lnTo>
                <a:lnTo>
                  <a:pt x="103187" y="63500"/>
                </a:lnTo>
                <a:lnTo>
                  <a:pt x="103187" y="69850"/>
                </a:lnTo>
                <a:lnTo>
                  <a:pt x="103187" y="76200"/>
                </a:lnTo>
                <a:lnTo>
                  <a:pt x="103187" y="82550"/>
                </a:lnTo>
                <a:moveTo>
                  <a:pt x="268287" y="0"/>
                </a:moveTo>
                <a:lnTo>
                  <a:pt x="268287" y="6350"/>
                </a:lnTo>
                <a:lnTo>
                  <a:pt x="268287" y="12700"/>
                </a:lnTo>
                <a:lnTo>
                  <a:pt x="268287" y="19050"/>
                </a:lnTo>
                <a:lnTo>
                  <a:pt x="268287" y="25400"/>
                </a:lnTo>
                <a:lnTo>
                  <a:pt x="268287" y="31750"/>
                </a:lnTo>
                <a:lnTo>
                  <a:pt x="268287" y="38100"/>
                </a:lnTo>
                <a:lnTo>
                  <a:pt x="268287" y="44450"/>
                </a:lnTo>
                <a:lnTo>
                  <a:pt x="268287" y="50800"/>
                </a:lnTo>
                <a:lnTo>
                  <a:pt x="268287" y="57150"/>
                </a:lnTo>
                <a:lnTo>
                  <a:pt x="268287" y="63500"/>
                </a:lnTo>
                <a:lnTo>
                  <a:pt x="268287" y="69850"/>
                </a:lnTo>
                <a:lnTo>
                  <a:pt x="268287" y="76200"/>
                </a:lnTo>
                <a:lnTo>
                  <a:pt x="268287" y="82550"/>
                </a:lnTo>
              </a:path>
            </a:pathLst>
          </a:custGeom>
          <a:noFill/>
          <a:ln w="41275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014" y="8796242"/>
            <a:ext cx="4213622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Segera hadir</a:t>
            </a:r>
          </a:p>
        </p:txBody>
      </p:sp>
      <p:sp>
        <p:nvSpPr>
          <p:cNvPr id="10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link"/>
          <p:cNvSpPr/>
          <p:nvPr/>
        </p:nvSpPr>
        <p:spPr>
          <a:xfrm>
            <a:off x="4937154" y="3113878"/>
            <a:ext cx="412692" cy="412693"/>
          </a:xfrm>
          <a:custGeom>
            <a:avLst/>
            <a:gdLst/>
            <a:ahLst/>
            <a:cxnLst/>
            <a:rect l="l" t="t" r="r" b="b"/>
            <a:pathLst>
              <a:path w="412692" h="412693">
                <a:moveTo>
                  <a:pt x="153958" y="258734"/>
                </a:moveTo>
                <a:lnTo>
                  <a:pt x="159719" y="264157"/>
                </a:lnTo>
                <a:lnTo>
                  <a:pt x="165872" y="269131"/>
                </a:lnTo>
                <a:lnTo>
                  <a:pt x="172383" y="273626"/>
                </a:lnTo>
                <a:lnTo>
                  <a:pt x="179214" y="277616"/>
                </a:lnTo>
                <a:lnTo>
                  <a:pt x="186327" y="281080"/>
                </a:lnTo>
                <a:lnTo>
                  <a:pt x="193681" y="283998"/>
                </a:lnTo>
                <a:lnTo>
                  <a:pt x="201235" y="286352"/>
                </a:lnTo>
                <a:lnTo>
                  <a:pt x="208944" y="288129"/>
                </a:lnTo>
                <a:lnTo>
                  <a:pt x="216766" y="289320"/>
                </a:lnTo>
                <a:lnTo>
                  <a:pt x="224655" y="289917"/>
                </a:lnTo>
                <a:lnTo>
                  <a:pt x="232567" y="289917"/>
                </a:lnTo>
                <a:lnTo>
                  <a:pt x="240456" y="289320"/>
                </a:lnTo>
                <a:lnTo>
                  <a:pt x="248277" y="288129"/>
                </a:lnTo>
                <a:lnTo>
                  <a:pt x="255987" y="286352"/>
                </a:lnTo>
                <a:lnTo>
                  <a:pt x="263540" y="283998"/>
                </a:lnTo>
                <a:lnTo>
                  <a:pt x="270894" y="281080"/>
                </a:lnTo>
                <a:lnTo>
                  <a:pt x="278007" y="277616"/>
                </a:lnTo>
                <a:lnTo>
                  <a:pt x="284839" y="273626"/>
                </a:lnTo>
                <a:lnTo>
                  <a:pt x="291350" y="269131"/>
                </a:lnTo>
                <a:lnTo>
                  <a:pt x="297503" y="264157"/>
                </a:lnTo>
                <a:lnTo>
                  <a:pt x="303263" y="258734"/>
                </a:lnTo>
                <a:lnTo>
                  <a:pt x="303263" y="258734"/>
                </a:lnTo>
                <a:lnTo>
                  <a:pt x="308876" y="253121"/>
                </a:lnTo>
                <a:lnTo>
                  <a:pt x="314489" y="247508"/>
                </a:lnTo>
                <a:lnTo>
                  <a:pt x="320102" y="241895"/>
                </a:lnTo>
                <a:lnTo>
                  <a:pt x="325715" y="236282"/>
                </a:lnTo>
                <a:lnTo>
                  <a:pt x="331328" y="230669"/>
                </a:lnTo>
                <a:lnTo>
                  <a:pt x="336941" y="225056"/>
                </a:lnTo>
                <a:lnTo>
                  <a:pt x="342554" y="219443"/>
                </a:lnTo>
                <a:lnTo>
                  <a:pt x="348166" y="213830"/>
                </a:lnTo>
                <a:lnTo>
                  <a:pt x="353779" y="208217"/>
                </a:lnTo>
                <a:lnTo>
                  <a:pt x="359392" y="202605"/>
                </a:lnTo>
                <a:lnTo>
                  <a:pt x="365005" y="196992"/>
                </a:lnTo>
                <a:lnTo>
                  <a:pt x="370618" y="191379"/>
                </a:lnTo>
                <a:lnTo>
                  <a:pt x="376231" y="185766"/>
                </a:lnTo>
                <a:lnTo>
                  <a:pt x="381844" y="180153"/>
                </a:lnTo>
                <a:lnTo>
                  <a:pt x="381844" y="180153"/>
                </a:lnTo>
                <a:lnTo>
                  <a:pt x="387214" y="174365"/>
                </a:lnTo>
                <a:lnTo>
                  <a:pt x="392137" y="168193"/>
                </a:lnTo>
                <a:lnTo>
                  <a:pt x="396584" y="161669"/>
                </a:lnTo>
                <a:lnTo>
                  <a:pt x="400532" y="154832"/>
                </a:lnTo>
                <a:lnTo>
                  <a:pt x="403957" y="147719"/>
                </a:lnTo>
                <a:lnTo>
                  <a:pt x="406842" y="140369"/>
                </a:lnTo>
                <a:lnTo>
                  <a:pt x="409169" y="132825"/>
                </a:lnTo>
                <a:lnTo>
                  <a:pt x="410926" y="125128"/>
                </a:lnTo>
                <a:lnTo>
                  <a:pt x="412102" y="117321"/>
                </a:lnTo>
                <a:lnTo>
                  <a:pt x="412692" y="109448"/>
                </a:lnTo>
                <a:lnTo>
                  <a:pt x="412692" y="101553"/>
                </a:lnTo>
                <a:lnTo>
                  <a:pt x="412102" y="93680"/>
                </a:lnTo>
                <a:lnTo>
                  <a:pt x="410926" y="85873"/>
                </a:lnTo>
                <a:lnTo>
                  <a:pt x="409169" y="78176"/>
                </a:lnTo>
                <a:lnTo>
                  <a:pt x="406842" y="70632"/>
                </a:lnTo>
                <a:lnTo>
                  <a:pt x="403957" y="63282"/>
                </a:lnTo>
                <a:lnTo>
                  <a:pt x="400532" y="56169"/>
                </a:lnTo>
                <a:lnTo>
                  <a:pt x="396584" y="49332"/>
                </a:lnTo>
                <a:lnTo>
                  <a:pt x="392137" y="42809"/>
                </a:lnTo>
                <a:lnTo>
                  <a:pt x="387214" y="36636"/>
                </a:lnTo>
                <a:lnTo>
                  <a:pt x="381844" y="30848"/>
                </a:lnTo>
                <a:lnTo>
                  <a:pt x="376057" y="25478"/>
                </a:lnTo>
                <a:lnTo>
                  <a:pt x="369884" y="20556"/>
                </a:lnTo>
                <a:lnTo>
                  <a:pt x="363361" y="16108"/>
                </a:lnTo>
                <a:lnTo>
                  <a:pt x="356523" y="12161"/>
                </a:lnTo>
                <a:lnTo>
                  <a:pt x="349410" y="8735"/>
                </a:lnTo>
                <a:lnTo>
                  <a:pt x="342061" y="5851"/>
                </a:lnTo>
                <a:lnTo>
                  <a:pt x="334517" y="3524"/>
                </a:lnTo>
                <a:lnTo>
                  <a:pt x="326819" y="1767"/>
                </a:lnTo>
                <a:lnTo>
                  <a:pt x="319012" y="590"/>
                </a:lnTo>
                <a:lnTo>
                  <a:pt x="311139" y="0"/>
                </a:lnTo>
                <a:lnTo>
                  <a:pt x="303244" y="0"/>
                </a:lnTo>
                <a:lnTo>
                  <a:pt x="295371" y="590"/>
                </a:lnTo>
                <a:lnTo>
                  <a:pt x="287564" y="1767"/>
                </a:lnTo>
                <a:lnTo>
                  <a:pt x="279867" y="3524"/>
                </a:lnTo>
                <a:lnTo>
                  <a:pt x="272323" y="5851"/>
                </a:lnTo>
                <a:lnTo>
                  <a:pt x="264974" y="8735"/>
                </a:lnTo>
                <a:lnTo>
                  <a:pt x="257860" y="12161"/>
                </a:lnTo>
                <a:lnTo>
                  <a:pt x="251023" y="16108"/>
                </a:lnTo>
                <a:lnTo>
                  <a:pt x="244500" y="20556"/>
                </a:lnTo>
                <a:lnTo>
                  <a:pt x="238327" y="25478"/>
                </a:lnTo>
                <a:lnTo>
                  <a:pt x="232540" y="30848"/>
                </a:lnTo>
                <a:lnTo>
                  <a:pt x="232540" y="30848"/>
                </a:lnTo>
                <a:lnTo>
                  <a:pt x="225991" y="37397"/>
                </a:lnTo>
                <a:lnTo>
                  <a:pt x="219443" y="43945"/>
                </a:lnTo>
                <a:lnTo>
                  <a:pt x="212894" y="50494"/>
                </a:lnTo>
                <a:lnTo>
                  <a:pt x="206346" y="57042"/>
                </a:lnTo>
                <a:moveTo>
                  <a:pt x="258734" y="153959"/>
                </a:moveTo>
                <a:lnTo>
                  <a:pt x="252973" y="148536"/>
                </a:lnTo>
                <a:lnTo>
                  <a:pt x="246820" y="143562"/>
                </a:lnTo>
                <a:lnTo>
                  <a:pt x="240309" y="139067"/>
                </a:lnTo>
                <a:lnTo>
                  <a:pt x="233478" y="135077"/>
                </a:lnTo>
                <a:lnTo>
                  <a:pt x="226365" y="131613"/>
                </a:lnTo>
                <a:lnTo>
                  <a:pt x="219011" y="128695"/>
                </a:lnTo>
                <a:lnTo>
                  <a:pt x="211457" y="126341"/>
                </a:lnTo>
                <a:lnTo>
                  <a:pt x="203748" y="124564"/>
                </a:lnTo>
                <a:lnTo>
                  <a:pt x="195926" y="123373"/>
                </a:lnTo>
                <a:lnTo>
                  <a:pt x="188037" y="122776"/>
                </a:lnTo>
                <a:lnTo>
                  <a:pt x="180125" y="122776"/>
                </a:lnTo>
                <a:lnTo>
                  <a:pt x="172236" y="123373"/>
                </a:lnTo>
                <a:lnTo>
                  <a:pt x="164415" y="124564"/>
                </a:lnTo>
                <a:lnTo>
                  <a:pt x="156705" y="126341"/>
                </a:lnTo>
                <a:lnTo>
                  <a:pt x="149152" y="128695"/>
                </a:lnTo>
                <a:lnTo>
                  <a:pt x="141798" y="131613"/>
                </a:lnTo>
                <a:lnTo>
                  <a:pt x="134685" y="135077"/>
                </a:lnTo>
                <a:lnTo>
                  <a:pt x="127853" y="139067"/>
                </a:lnTo>
                <a:lnTo>
                  <a:pt x="121342" y="143562"/>
                </a:lnTo>
                <a:lnTo>
                  <a:pt x="115189" y="148536"/>
                </a:lnTo>
                <a:lnTo>
                  <a:pt x="109429" y="153959"/>
                </a:lnTo>
                <a:lnTo>
                  <a:pt x="109429" y="153959"/>
                </a:lnTo>
                <a:lnTo>
                  <a:pt x="103816" y="159572"/>
                </a:lnTo>
                <a:lnTo>
                  <a:pt x="98203" y="165185"/>
                </a:lnTo>
                <a:lnTo>
                  <a:pt x="92590" y="170798"/>
                </a:lnTo>
                <a:lnTo>
                  <a:pt x="86977" y="176411"/>
                </a:lnTo>
                <a:lnTo>
                  <a:pt x="81364" y="182024"/>
                </a:lnTo>
                <a:lnTo>
                  <a:pt x="75751" y="187637"/>
                </a:lnTo>
                <a:lnTo>
                  <a:pt x="70138" y="193250"/>
                </a:lnTo>
                <a:lnTo>
                  <a:pt x="64526" y="198863"/>
                </a:lnTo>
                <a:lnTo>
                  <a:pt x="58913" y="204476"/>
                </a:lnTo>
                <a:lnTo>
                  <a:pt x="53300" y="210088"/>
                </a:lnTo>
                <a:lnTo>
                  <a:pt x="47687" y="215701"/>
                </a:lnTo>
                <a:lnTo>
                  <a:pt x="42074" y="221314"/>
                </a:lnTo>
                <a:lnTo>
                  <a:pt x="36461" y="226927"/>
                </a:lnTo>
                <a:lnTo>
                  <a:pt x="30848" y="232540"/>
                </a:lnTo>
                <a:lnTo>
                  <a:pt x="30848" y="232540"/>
                </a:lnTo>
                <a:lnTo>
                  <a:pt x="25478" y="238328"/>
                </a:lnTo>
                <a:lnTo>
                  <a:pt x="20555" y="244500"/>
                </a:lnTo>
                <a:lnTo>
                  <a:pt x="16108" y="251024"/>
                </a:lnTo>
                <a:lnTo>
                  <a:pt x="12160" y="257861"/>
                </a:lnTo>
                <a:lnTo>
                  <a:pt x="8735" y="264974"/>
                </a:lnTo>
                <a:lnTo>
                  <a:pt x="5850" y="272324"/>
                </a:lnTo>
                <a:lnTo>
                  <a:pt x="3523" y="279868"/>
                </a:lnTo>
                <a:lnTo>
                  <a:pt x="1766" y="287565"/>
                </a:lnTo>
                <a:lnTo>
                  <a:pt x="590" y="295372"/>
                </a:lnTo>
                <a:lnTo>
                  <a:pt x="0" y="303245"/>
                </a:lnTo>
                <a:lnTo>
                  <a:pt x="0" y="311140"/>
                </a:lnTo>
                <a:lnTo>
                  <a:pt x="590" y="319013"/>
                </a:lnTo>
                <a:lnTo>
                  <a:pt x="1766" y="326820"/>
                </a:lnTo>
                <a:lnTo>
                  <a:pt x="3523" y="334517"/>
                </a:lnTo>
                <a:lnTo>
                  <a:pt x="5850" y="342061"/>
                </a:lnTo>
                <a:lnTo>
                  <a:pt x="8735" y="349411"/>
                </a:lnTo>
                <a:lnTo>
                  <a:pt x="12160" y="356524"/>
                </a:lnTo>
                <a:lnTo>
                  <a:pt x="16108" y="363361"/>
                </a:lnTo>
                <a:lnTo>
                  <a:pt x="20555" y="369884"/>
                </a:lnTo>
                <a:lnTo>
                  <a:pt x="25478" y="376057"/>
                </a:lnTo>
                <a:lnTo>
                  <a:pt x="30848" y="381845"/>
                </a:lnTo>
                <a:lnTo>
                  <a:pt x="36635" y="387215"/>
                </a:lnTo>
                <a:lnTo>
                  <a:pt x="42808" y="392137"/>
                </a:lnTo>
                <a:lnTo>
                  <a:pt x="49331" y="396585"/>
                </a:lnTo>
                <a:lnTo>
                  <a:pt x="56169" y="400532"/>
                </a:lnTo>
                <a:lnTo>
                  <a:pt x="63282" y="403958"/>
                </a:lnTo>
                <a:lnTo>
                  <a:pt x="70631" y="406842"/>
                </a:lnTo>
                <a:lnTo>
                  <a:pt x="78175" y="409169"/>
                </a:lnTo>
                <a:lnTo>
                  <a:pt x="85873" y="410926"/>
                </a:lnTo>
                <a:lnTo>
                  <a:pt x="93680" y="412103"/>
                </a:lnTo>
                <a:lnTo>
                  <a:pt x="101553" y="412693"/>
                </a:lnTo>
                <a:lnTo>
                  <a:pt x="109448" y="412693"/>
                </a:lnTo>
                <a:lnTo>
                  <a:pt x="117321" y="412103"/>
                </a:lnTo>
                <a:lnTo>
                  <a:pt x="125128" y="410926"/>
                </a:lnTo>
                <a:lnTo>
                  <a:pt x="132825" y="409169"/>
                </a:lnTo>
                <a:lnTo>
                  <a:pt x="140369" y="406842"/>
                </a:lnTo>
                <a:lnTo>
                  <a:pt x="147718" y="403958"/>
                </a:lnTo>
                <a:lnTo>
                  <a:pt x="154832" y="400532"/>
                </a:lnTo>
                <a:lnTo>
                  <a:pt x="161669" y="396585"/>
                </a:lnTo>
                <a:lnTo>
                  <a:pt x="168192" y="392137"/>
                </a:lnTo>
                <a:lnTo>
                  <a:pt x="174365" y="387215"/>
                </a:lnTo>
                <a:lnTo>
                  <a:pt x="180152" y="381845"/>
                </a:lnTo>
                <a:lnTo>
                  <a:pt x="180152" y="381845"/>
                </a:lnTo>
                <a:lnTo>
                  <a:pt x="186701" y="375296"/>
                </a:lnTo>
                <a:lnTo>
                  <a:pt x="193249" y="368748"/>
                </a:lnTo>
                <a:lnTo>
                  <a:pt x="199798" y="362199"/>
                </a:lnTo>
                <a:lnTo>
                  <a:pt x="206346" y="35565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Cek LinkedIn Events di 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Khusus 200+ profesional terpilih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5375" y="9199436"/>
            <a:ext cx="4756249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· Okt W2 · Campaign B2B · Sesi 2 Preventive &amp; Consumer Health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