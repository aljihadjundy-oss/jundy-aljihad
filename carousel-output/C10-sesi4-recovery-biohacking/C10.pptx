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formal: ikon bulan (pemulihan), kicker sesi, judul besar dengan frasa kunci di highlight biru, placeholder foto alat recovery generik</a:t>
            </a:r>
          </a:p>
          <a:p>
            <a:r>
              <a:t>ELEMEN: Tanpa kucing/meme/emoji besar (B2B). Highlight biru di 'Peluang Bisnis Wellness'</a:t>
            </a:r>
          </a:p>
          <a:p>
            <a:r>
              <a:t>MOTION: Ikon pop → kicker rise → judul rise, highlight menyusul → foto rise</a:t>
            </a:r>
          </a:p>
          <a:p>
            <a:r>
              <a:t>ASET: Foto peralatan recovery generik (opsional; prompt GPT ada di design-plan.md)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list</a:t>
            </a:r>
          </a:p>
          <a:p>
            <a:r>
              <a:t>VISUAL: Tiga glass card berisi sasaran sesi, satu per baris</a:t>
            </a:r>
          </a:p>
          <a:p>
            <a:r>
              <a:t>ELEMEN: Angle bisnis, bukan gaya hidup pribadi: menyebut siapa yang relevan agar audiens B2B mengenali dirinya</a:t>
            </a:r>
          </a:p>
          <a:p>
            <a:r>
              <a:t>MOTION: Judul rise → tiap baris slide-in dari kiri berurutan 0.25 detik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session</a:t>
            </a:r>
          </a:p>
          <a:p>
            <a:r>
              <a:t>VISUAL: Slide terpenting B2B: logo Shape besar, nama sesi paling jelas</a:t>
            </a:r>
          </a:p>
          <a:p>
            <a:r>
              <a:t>ELEMEN: Status 'Segera hadir'. Ganti dengan tanggal + jam begitu jadwal Sesi 4 final</a:t>
            </a:r>
          </a:p>
          <a:p>
            <a:r>
              <a:t>MOTION: Logo pop → kicker fade → 'Sesi 4' rise → kotak topik rise → tanggal rise</a:t>
            </a:r>
          </a:p>
          <a:p>
            <a:r>
              <a:t>ASET: Tidak ada. Butuh tanggal &amp; jam Sesi 4 dari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ikon tautan, kotak biru, pill handle</a:t>
            </a:r>
          </a:p>
          <a:p>
            <a:r>
              <a:t>ELEMEN: 'terpilih' untuk efek eksklusif (scarcity). Satu-satunya angka: proof titik 200+</a:t>
            </a:r>
          </a:p>
          <a:p>
            <a:r>
              <a:t>MOTION: Ikon pop → kotak rise → sub rise → handle pop</a:t>
            </a:r>
          </a:p>
          <a:p>
            <a:r>
              <a:t>ASET: Ikon LinkedIn kecil (opsional)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081498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moon"/>
          <p:cNvSpPr/>
          <p:nvPr/>
        </p:nvSpPr>
        <p:spPr>
          <a:xfrm>
            <a:off x="4916261" y="2586323"/>
            <a:ext cx="436789" cy="436789"/>
          </a:xfrm>
          <a:custGeom>
            <a:avLst/>
            <a:gdLst/>
            <a:ahLst/>
            <a:cxnLst/>
            <a:rect l="l" t="t" r="r" b="b"/>
            <a:pathLst>
              <a:path w="436789" h="436789">
                <a:moveTo>
                  <a:pt x="436789" y="275035"/>
                </a:moveTo>
                <a:lnTo>
                  <a:pt x="429169" y="277055"/>
                </a:lnTo>
                <a:lnTo>
                  <a:pt x="421482" y="278805"/>
                </a:lnTo>
                <a:lnTo>
                  <a:pt x="413738" y="280281"/>
                </a:lnTo>
                <a:lnTo>
                  <a:pt x="405946" y="281483"/>
                </a:lnTo>
                <a:lnTo>
                  <a:pt x="398117" y="282408"/>
                </a:lnTo>
                <a:lnTo>
                  <a:pt x="390260" y="283055"/>
                </a:lnTo>
                <a:lnTo>
                  <a:pt x="382385" y="283423"/>
                </a:lnTo>
                <a:lnTo>
                  <a:pt x="374502" y="283512"/>
                </a:lnTo>
                <a:lnTo>
                  <a:pt x="366620" y="283323"/>
                </a:lnTo>
                <a:lnTo>
                  <a:pt x="358751" y="282854"/>
                </a:lnTo>
                <a:lnTo>
                  <a:pt x="350902" y="282107"/>
                </a:lnTo>
                <a:lnTo>
                  <a:pt x="343086" y="281083"/>
                </a:lnTo>
                <a:lnTo>
                  <a:pt x="335310" y="279782"/>
                </a:lnTo>
                <a:lnTo>
                  <a:pt x="327585" y="278207"/>
                </a:lnTo>
                <a:lnTo>
                  <a:pt x="319921" y="276360"/>
                </a:lnTo>
                <a:lnTo>
                  <a:pt x="312327" y="274242"/>
                </a:lnTo>
                <a:lnTo>
                  <a:pt x="304813" y="271857"/>
                </a:lnTo>
                <a:lnTo>
                  <a:pt x="297388" y="269207"/>
                </a:lnTo>
                <a:lnTo>
                  <a:pt x="290062" y="266297"/>
                </a:lnTo>
                <a:lnTo>
                  <a:pt x="282843" y="263128"/>
                </a:lnTo>
                <a:lnTo>
                  <a:pt x="275740" y="259706"/>
                </a:lnTo>
                <a:lnTo>
                  <a:pt x="268764" y="256035"/>
                </a:lnTo>
                <a:lnTo>
                  <a:pt x="261922" y="252119"/>
                </a:lnTo>
                <a:lnTo>
                  <a:pt x="255222" y="247963"/>
                </a:lnTo>
                <a:lnTo>
                  <a:pt x="248674" y="243573"/>
                </a:lnTo>
                <a:lnTo>
                  <a:pt x="242286" y="238953"/>
                </a:lnTo>
                <a:lnTo>
                  <a:pt x="236065" y="234111"/>
                </a:lnTo>
                <a:lnTo>
                  <a:pt x="230019" y="229051"/>
                </a:lnTo>
                <a:lnTo>
                  <a:pt x="224157" y="223780"/>
                </a:lnTo>
                <a:lnTo>
                  <a:pt x="218484" y="218305"/>
                </a:lnTo>
                <a:lnTo>
                  <a:pt x="213009" y="212633"/>
                </a:lnTo>
                <a:lnTo>
                  <a:pt x="207738" y="206770"/>
                </a:lnTo>
                <a:lnTo>
                  <a:pt x="202679" y="200724"/>
                </a:lnTo>
                <a:lnTo>
                  <a:pt x="197836" y="194503"/>
                </a:lnTo>
                <a:lnTo>
                  <a:pt x="193216" y="188115"/>
                </a:lnTo>
                <a:lnTo>
                  <a:pt x="188826" y="181567"/>
                </a:lnTo>
                <a:lnTo>
                  <a:pt x="184670" y="174868"/>
                </a:lnTo>
                <a:lnTo>
                  <a:pt x="180754" y="168025"/>
                </a:lnTo>
                <a:lnTo>
                  <a:pt x="177083" y="161049"/>
                </a:lnTo>
                <a:lnTo>
                  <a:pt x="173661" y="153947"/>
                </a:lnTo>
                <a:lnTo>
                  <a:pt x="170493" y="146728"/>
                </a:lnTo>
                <a:lnTo>
                  <a:pt x="167582" y="139401"/>
                </a:lnTo>
                <a:lnTo>
                  <a:pt x="164932" y="131976"/>
                </a:lnTo>
                <a:lnTo>
                  <a:pt x="162547" y="124462"/>
                </a:lnTo>
                <a:lnTo>
                  <a:pt x="160430" y="116868"/>
                </a:lnTo>
                <a:lnTo>
                  <a:pt x="158582" y="109204"/>
                </a:lnTo>
                <a:lnTo>
                  <a:pt x="157007" y="101479"/>
                </a:lnTo>
                <a:lnTo>
                  <a:pt x="155707" y="93704"/>
                </a:lnTo>
                <a:lnTo>
                  <a:pt x="154682" y="85887"/>
                </a:lnTo>
                <a:lnTo>
                  <a:pt x="153935" y="78039"/>
                </a:lnTo>
                <a:lnTo>
                  <a:pt x="153467" y="70169"/>
                </a:lnTo>
                <a:lnTo>
                  <a:pt x="153277" y="62288"/>
                </a:lnTo>
                <a:lnTo>
                  <a:pt x="153366" y="54404"/>
                </a:lnTo>
                <a:lnTo>
                  <a:pt x="153735" y="46529"/>
                </a:lnTo>
                <a:lnTo>
                  <a:pt x="154382" y="38672"/>
                </a:lnTo>
                <a:lnTo>
                  <a:pt x="155306" y="30843"/>
                </a:lnTo>
                <a:lnTo>
                  <a:pt x="156508" y="23052"/>
                </a:lnTo>
                <a:lnTo>
                  <a:pt x="157984" y="15308"/>
                </a:lnTo>
                <a:lnTo>
                  <a:pt x="159734" y="7621"/>
                </a:lnTo>
                <a:lnTo>
                  <a:pt x="161755" y="0"/>
                </a:lnTo>
                <a:lnTo>
                  <a:pt x="161755" y="0"/>
                </a:lnTo>
                <a:lnTo>
                  <a:pt x="154183" y="2299"/>
                </a:lnTo>
                <a:lnTo>
                  <a:pt x="146697" y="4865"/>
                </a:lnTo>
                <a:lnTo>
                  <a:pt x="139307" y="7695"/>
                </a:lnTo>
                <a:lnTo>
                  <a:pt x="132023" y="10786"/>
                </a:lnTo>
                <a:lnTo>
                  <a:pt x="124853" y="14134"/>
                </a:lnTo>
                <a:lnTo>
                  <a:pt x="117806" y="17735"/>
                </a:lnTo>
                <a:lnTo>
                  <a:pt x="110892" y="21584"/>
                </a:lnTo>
                <a:lnTo>
                  <a:pt x="104119" y="25676"/>
                </a:lnTo>
                <a:lnTo>
                  <a:pt x="97496" y="30006"/>
                </a:lnTo>
                <a:lnTo>
                  <a:pt x="91031" y="34569"/>
                </a:lnTo>
                <a:lnTo>
                  <a:pt x="84732" y="39358"/>
                </a:lnTo>
                <a:lnTo>
                  <a:pt x="78607" y="44369"/>
                </a:lnTo>
                <a:lnTo>
                  <a:pt x="72664" y="49594"/>
                </a:lnTo>
                <a:lnTo>
                  <a:pt x="66911" y="55027"/>
                </a:lnTo>
                <a:lnTo>
                  <a:pt x="61354" y="60661"/>
                </a:lnTo>
                <a:lnTo>
                  <a:pt x="56001" y="66489"/>
                </a:lnTo>
                <a:lnTo>
                  <a:pt x="50859" y="72503"/>
                </a:lnTo>
                <a:lnTo>
                  <a:pt x="45933" y="78696"/>
                </a:lnTo>
                <a:lnTo>
                  <a:pt x="41231" y="85061"/>
                </a:lnTo>
                <a:lnTo>
                  <a:pt x="36757" y="91588"/>
                </a:lnTo>
                <a:lnTo>
                  <a:pt x="32519" y="98270"/>
                </a:lnTo>
                <a:lnTo>
                  <a:pt x="28521" y="105099"/>
                </a:lnTo>
                <a:lnTo>
                  <a:pt x="24767" y="112066"/>
                </a:lnTo>
                <a:lnTo>
                  <a:pt x="21264" y="119161"/>
                </a:lnTo>
                <a:lnTo>
                  <a:pt x="18015" y="126377"/>
                </a:lnTo>
                <a:lnTo>
                  <a:pt x="15025" y="133703"/>
                </a:lnTo>
                <a:lnTo>
                  <a:pt x="12297" y="141131"/>
                </a:lnTo>
                <a:lnTo>
                  <a:pt x="9834" y="148651"/>
                </a:lnTo>
                <a:lnTo>
                  <a:pt x="7641" y="156254"/>
                </a:lnTo>
                <a:lnTo>
                  <a:pt x="5719" y="163931"/>
                </a:lnTo>
                <a:lnTo>
                  <a:pt x="4070" y="171670"/>
                </a:lnTo>
                <a:lnTo>
                  <a:pt x="2698" y="179463"/>
                </a:lnTo>
                <a:lnTo>
                  <a:pt x="1604" y="187301"/>
                </a:lnTo>
                <a:lnTo>
                  <a:pt x="789" y="195172"/>
                </a:lnTo>
                <a:lnTo>
                  <a:pt x="254" y="203067"/>
                </a:lnTo>
                <a:lnTo>
                  <a:pt x="0" y="210976"/>
                </a:lnTo>
                <a:lnTo>
                  <a:pt x="28" y="218889"/>
                </a:lnTo>
                <a:lnTo>
                  <a:pt x="336" y="226796"/>
                </a:lnTo>
                <a:lnTo>
                  <a:pt x="925" y="234687"/>
                </a:lnTo>
                <a:lnTo>
                  <a:pt x="1795" y="242553"/>
                </a:lnTo>
                <a:lnTo>
                  <a:pt x="2943" y="250382"/>
                </a:lnTo>
                <a:lnTo>
                  <a:pt x="4369" y="258166"/>
                </a:lnTo>
                <a:lnTo>
                  <a:pt x="6070" y="265894"/>
                </a:lnTo>
                <a:lnTo>
                  <a:pt x="8045" y="273556"/>
                </a:lnTo>
                <a:lnTo>
                  <a:pt x="10291" y="281144"/>
                </a:lnTo>
                <a:lnTo>
                  <a:pt x="12805" y="288647"/>
                </a:lnTo>
                <a:lnTo>
                  <a:pt x="15585" y="296056"/>
                </a:lnTo>
                <a:lnTo>
                  <a:pt x="18625" y="303362"/>
                </a:lnTo>
                <a:lnTo>
                  <a:pt x="21924" y="310555"/>
                </a:lnTo>
                <a:lnTo>
                  <a:pt x="25476" y="317626"/>
                </a:lnTo>
                <a:lnTo>
                  <a:pt x="29277" y="324566"/>
                </a:lnTo>
                <a:lnTo>
                  <a:pt x="33322" y="331367"/>
                </a:lnTo>
                <a:lnTo>
                  <a:pt x="37607" y="338020"/>
                </a:lnTo>
                <a:lnTo>
                  <a:pt x="42125" y="344517"/>
                </a:lnTo>
                <a:lnTo>
                  <a:pt x="46871" y="350849"/>
                </a:lnTo>
                <a:lnTo>
                  <a:pt x="51839" y="357008"/>
                </a:lnTo>
                <a:lnTo>
                  <a:pt x="57023" y="362987"/>
                </a:lnTo>
                <a:lnTo>
                  <a:pt x="62416" y="368777"/>
                </a:lnTo>
                <a:lnTo>
                  <a:pt x="68012" y="374373"/>
                </a:lnTo>
                <a:lnTo>
                  <a:pt x="73803" y="379766"/>
                </a:lnTo>
                <a:lnTo>
                  <a:pt x="79781" y="384950"/>
                </a:lnTo>
                <a:lnTo>
                  <a:pt x="85940" y="389918"/>
                </a:lnTo>
                <a:lnTo>
                  <a:pt x="92272" y="394664"/>
                </a:lnTo>
                <a:lnTo>
                  <a:pt x="98769" y="399182"/>
                </a:lnTo>
                <a:lnTo>
                  <a:pt x="105422" y="403467"/>
                </a:lnTo>
                <a:lnTo>
                  <a:pt x="112223" y="407512"/>
                </a:lnTo>
                <a:lnTo>
                  <a:pt x="119163" y="411313"/>
                </a:lnTo>
                <a:lnTo>
                  <a:pt x="126234" y="414865"/>
                </a:lnTo>
                <a:lnTo>
                  <a:pt x="133427" y="418164"/>
                </a:lnTo>
                <a:lnTo>
                  <a:pt x="140733" y="421205"/>
                </a:lnTo>
                <a:lnTo>
                  <a:pt x="148142" y="423984"/>
                </a:lnTo>
                <a:lnTo>
                  <a:pt x="155645" y="426498"/>
                </a:lnTo>
                <a:lnTo>
                  <a:pt x="163233" y="428744"/>
                </a:lnTo>
                <a:lnTo>
                  <a:pt x="170895" y="430719"/>
                </a:lnTo>
                <a:lnTo>
                  <a:pt x="178624" y="432421"/>
                </a:lnTo>
                <a:lnTo>
                  <a:pt x="186407" y="433846"/>
                </a:lnTo>
                <a:lnTo>
                  <a:pt x="194237" y="434995"/>
                </a:lnTo>
                <a:lnTo>
                  <a:pt x="202102" y="435864"/>
                </a:lnTo>
                <a:lnTo>
                  <a:pt x="209993" y="436453"/>
                </a:lnTo>
                <a:lnTo>
                  <a:pt x="217900" y="436762"/>
                </a:lnTo>
                <a:lnTo>
                  <a:pt x="225813" y="436789"/>
                </a:lnTo>
                <a:lnTo>
                  <a:pt x="233723" y="436535"/>
                </a:lnTo>
                <a:lnTo>
                  <a:pt x="241618" y="436000"/>
                </a:lnTo>
                <a:lnTo>
                  <a:pt x="249489" y="435185"/>
                </a:lnTo>
                <a:lnTo>
                  <a:pt x="257326" y="434091"/>
                </a:lnTo>
                <a:lnTo>
                  <a:pt x="265119" y="432719"/>
                </a:lnTo>
                <a:lnTo>
                  <a:pt x="272859" y="431071"/>
                </a:lnTo>
                <a:lnTo>
                  <a:pt x="280535" y="429149"/>
                </a:lnTo>
                <a:lnTo>
                  <a:pt x="288138" y="426955"/>
                </a:lnTo>
                <a:lnTo>
                  <a:pt x="295658" y="424492"/>
                </a:lnTo>
                <a:lnTo>
                  <a:pt x="303086" y="421764"/>
                </a:lnTo>
                <a:lnTo>
                  <a:pt x="310413" y="418774"/>
                </a:lnTo>
                <a:lnTo>
                  <a:pt x="317628" y="415525"/>
                </a:lnTo>
                <a:lnTo>
                  <a:pt x="324724" y="412022"/>
                </a:lnTo>
                <a:lnTo>
                  <a:pt x="331690" y="408269"/>
                </a:lnTo>
                <a:lnTo>
                  <a:pt x="338519" y="404270"/>
                </a:lnTo>
                <a:lnTo>
                  <a:pt x="345201" y="400032"/>
                </a:lnTo>
                <a:lnTo>
                  <a:pt x="351729" y="395559"/>
                </a:lnTo>
                <a:lnTo>
                  <a:pt x="358093" y="390856"/>
                </a:lnTo>
                <a:lnTo>
                  <a:pt x="364286" y="385931"/>
                </a:lnTo>
                <a:lnTo>
                  <a:pt x="370301" y="380788"/>
                </a:lnTo>
                <a:lnTo>
                  <a:pt x="376129" y="375435"/>
                </a:lnTo>
                <a:lnTo>
                  <a:pt x="381762" y="369878"/>
                </a:lnTo>
                <a:lnTo>
                  <a:pt x="387195" y="364125"/>
                </a:lnTo>
                <a:lnTo>
                  <a:pt x="392420" y="358182"/>
                </a:lnTo>
                <a:lnTo>
                  <a:pt x="397431" y="352057"/>
                </a:lnTo>
                <a:lnTo>
                  <a:pt x="402221" y="345758"/>
                </a:lnTo>
                <a:lnTo>
                  <a:pt x="406783" y="339293"/>
                </a:lnTo>
                <a:lnTo>
                  <a:pt x="411114" y="332670"/>
                </a:lnTo>
                <a:lnTo>
                  <a:pt x="415206" y="325897"/>
                </a:lnTo>
                <a:lnTo>
                  <a:pt x="419055" y="318983"/>
                </a:lnTo>
                <a:lnTo>
                  <a:pt x="422655" y="311936"/>
                </a:lnTo>
                <a:lnTo>
                  <a:pt x="426003" y="304766"/>
                </a:lnTo>
                <a:lnTo>
                  <a:pt x="429094" y="297482"/>
                </a:lnTo>
                <a:lnTo>
                  <a:pt x="431925" y="290092"/>
                </a:lnTo>
                <a:lnTo>
                  <a:pt x="434491" y="282607"/>
                </a:lnTo>
                <a:lnTo>
                  <a:pt x="436789" y="275035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90192" y="3853148"/>
            <a:ext cx="530661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 · Sesi 4</a:t>
            </a:r>
          </a:p>
        </p:txBody>
      </p:sp>
      <p:sp>
        <p:nvSpPr>
          <p:cNvPr id="5" name="Highlight"/>
          <p:cNvSpPr/>
          <p:nvPr/>
        </p:nvSpPr>
        <p:spPr>
          <a:xfrm>
            <a:off x="2474863" y="6414802"/>
            <a:ext cx="5488150" cy="699516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ighlight"/>
          <p:cNvSpPr/>
          <p:nvPr/>
        </p:nvSpPr>
        <p:spPr>
          <a:xfrm>
            <a:off x="3299778" y="7224046"/>
            <a:ext cx="3536567" cy="699516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4720876"/>
            <a:ext cx="8763000" cy="3236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372"/>
              </a:lnSpc>
            </a:pPr>
            <a:r>
              <a:rPr b="0" i="0" sz="5400">
                <a:solidFill>
                  <a:srgbClr val="FFFFFF"/>
                </a:solidFill>
                <a:latin typeface="Poppins ExtraBold"/>
              </a:rPr>
              <a:t>Recovery &amp;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Biohacking: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 Peluang Bisnis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Wellness </a:t>
            </a:r>
          </a:p>
        </p:txBody>
      </p:sp>
      <p:sp>
        <p:nvSpPr>
          <p:cNvPr id="8" name="Placeholder aset"/>
          <p:cNvSpPr/>
          <p:nvPr/>
        </p:nvSpPr>
        <p:spPr>
          <a:xfrm>
            <a:off x="762000" y="8300752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PERALATAN RECOVERY GENERIK tanpa merek (foam roller, massage ball, resistance band)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008882"/>
            <a:ext cx="8763000" cy="764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Sesi ini buat siapa?</a:t>
            </a:r>
          </a:p>
        </p:txBody>
      </p:sp>
      <p:sp>
        <p:nvSpPr>
          <p:cNvPr id="3" name="Baris 1"/>
          <p:cNvSpPr/>
          <p:nvPr/>
        </p:nvSpPr>
        <p:spPr>
          <a:xfrm>
            <a:off x="762000" y="50017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ulatan centang"/>
          <p:cNvSpPr/>
          <p:nvPr/>
        </p:nvSpPr>
        <p:spPr>
          <a:xfrm>
            <a:off x="1085850" y="51732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kon check"/>
          <p:cNvSpPr/>
          <p:nvPr/>
        </p:nvSpPr>
        <p:spPr>
          <a:xfrm>
            <a:off x="1327150" y="54522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 baris"/>
          <p:cNvSpPr txBox="1"/>
          <p:nvPr/>
        </p:nvSpPr>
        <p:spPr>
          <a:xfrm>
            <a:off x="2076450" y="50017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Pemilik bisnis wellness</a:t>
            </a:r>
          </a:p>
        </p:txBody>
      </p:sp>
      <p:sp>
        <p:nvSpPr>
          <p:cNvPr id="7" name="Baris 2"/>
          <p:cNvSpPr/>
          <p:nvPr/>
        </p:nvSpPr>
        <p:spPr>
          <a:xfrm>
            <a:off x="762000" y="62971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ulatan centang"/>
          <p:cNvSpPr/>
          <p:nvPr/>
        </p:nvSpPr>
        <p:spPr>
          <a:xfrm>
            <a:off x="1085850" y="64686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kon check"/>
          <p:cNvSpPr/>
          <p:nvPr/>
        </p:nvSpPr>
        <p:spPr>
          <a:xfrm>
            <a:off x="1327150" y="67476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ks baris"/>
          <p:cNvSpPr txBox="1"/>
          <p:nvPr/>
        </p:nvSpPr>
        <p:spPr>
          <a:xfrm>
            <a:off x="2076450" y="62971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Praktisi recovery &amp; biohacking</a:t>
            </a:r>
          </a:p>
        </p:txBody>
      </p:sp>
      <p:sp>
        <p:nvSpPr>
          <p:cNvPr id="11" name="Baris 3"/>
          <p:cNvSpPr/>
          <p:nvPr/>
        </p:nvSpPr>
        <p:spPr>
          <a:xfrm>
            <a:off x="762000" y="7592568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latan centang"/>
          <p:cNvSpPr/>
          <p:nvPr/>
        </p:nvSpPr>
        <p:spPr>
          <a:xfrm>
            <a:off x="1085850" y="7764018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kon check"/>
          <p:cNvSpPr/>
          <p:nvPr/>
        </p:nvSpPr>
        <p:spPr>
          <a:xfrm>
            <a:off x="1327150" y="8043021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ks baris"/>
          <p:cNvSpPr txBox="1"/>
          <p:nvPr/>
        </p:nvSpPr>
        <p:spPr>
          <a:xfrm>
            <a:off x="2076450" y="7592568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Pengelola gym, studio, atau klinik</a:t>
            </a:r>
          </a:p>
        </p:txBody>
      </p:sp>
      <p:sp>
        <p:nvSpPr>
          <p:cNvPr id="15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Shape besar" descr="logo-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690908"/>
            <a:ext cx="5334000" cy="185737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7737" y="4891183"/>
            <a:ext cx="411152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58910"/>
            <a:ext cx="876300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496"/>
              </a:lnSpc>
            </a:pPr>
            <a:r>
              <a:rPr b="0" i="0" sz="7200">
                <a:solidFill>
                  <a:srgbClr val="FFFFFF"/>
                </a:solidFill>
                <a:latin typeface="Poppins ExtraBold"/>
              </a:rPr>
              <a:t>Sesi 4</a:t>
            </a:r>
          </a:p>
        </p:txBody>
      </p:sp>
      <p:sp>
        <p:nvSpPr>
          <p:cNvPr id="5" name="Kotak"/>
          <p:cNvSpPr/>
          <p:nvPr/>
        </p:nvSpPr>
        <p:spPr>
          <a:xfrm>
            <a:off x="762000" y="7180802"/>
            <a:ext cx="8763000" cy="1272540"/>
          </a:xfrm>
          <a:prstGeom prst="roundRect">
            <a:avLst>
              <a:gd name="adj" fmla="val 29940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523702"/>
            <a:ext cx="77724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Longevity &amp; Biohacking</a:t>
            </a:r>
          </a:p>
        </p:txBody>
      </p:sp>
      <p:sp>
        <p:nvSpPr>
          <p:cNvPr id="7" name="Bulatan kalender"/>
          <p:cNvSpPr/>
          <p:nvPr/>
        </p:nvSpPr>
        <p:spPr>
          <a:xfrm>
            <a:off x="2531864" y="8796242"/>
            <a:ext cx="990600" cy="990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kon calendar"/>
          <p:cNvSpPr/>
          <p:nvPr/>
        </p:nvSpPr>
        <p:spPr>
          <a:xfrm>
            <a:off x="2841427" y="910580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2" y="41275"/>
                </a:moveTo>
                <a:lnTo>
                  <a:pt x="68103" y="41275"/>
                </a:lnTo>
                <a:lnTo>
                  <a:pt x="74295" y="41275"/>
                </a:lnTo>
                <a:lnTo>
                  <a:pt x="80486" y="41275"/>
                </a:lnTo>
                <a:lnTo>
                  <a:pt x="86677" y="41275"/>
                </a:lnTo>
                <a:lnTo>
                  <a:pt x="92868" y="41275"/>
                </a:lnTo>
                <a:lnTo>
                  <a:pt x="99060" y="41275"/>
                </a:lnTo>
                <a:lnTo>
                  <a:pt x="105251" y="41275"/>
                </a:lnTo>
                <a:lnTo>
                  <a:pt x="111442" y="41275"/>
                </a:lnTo>
                <a:lnTo>
                  <a:pt x="117633" y="41275"/>
                </a:lnTo>
                <a:lnTo>
                  <a:pt x="123825" y="41275"/>
                </a:lnTo>
                <a:lnTo>
                  <a:pt x="130016" y="41275"/>
                </a:lnTo>
                <a:lnTo>
                  <a:pt x="136207" y="41275"/>
                </a:lnTo>
                <a:lnTo>
                  <a:pt x="142398" y="41275"/>
                </a:lnTo>
                <a:lnTo>
                  <a:pt x="148590" y="41275"/>
                </a:lnTo>
                <a:lnTo>
                  <a:pt x="154781" y="41275"/>
                </a:lnTo>
                <a:lnTo>
                  <a:pt x="160972" y="41275"/>
                </a:lnTo>
                <a:lnTo>
                  <a:pt x="167163" y="41275"/>
                </a:lnTo>
                <a:lnTo>
                  <a:pt x="173355" y="41275"/>
                </a:lnTo>
                <a:lnTo>
                  <a:pt x="179546" y="41275"/>
                </a:lnTo>
                <a:lnTo>
                  <a:pt x="185737" y="41275"/>
                </a:lnTo>
                <a:lnTo>
                  <a:pt x="191928" y="41275"/>
                </a:lnTo>
                <a:lnTo>
                  <a:pt x="198120" y="41275"/>
                </a:lnTo>
                <a:lnTo>
                  <a:pt x="204311" y="41275"/>
                </a:lnTo>
                <a:lnTo>
                  <a:pt x="210502" y="41275"/>
                </a:lnTo>
                <a:lnTo>
                  <a:pt x="216693" y="41275"/>
                </a:lnTo>
                <a:lnTo>
                  <a:pt x="222885" y="41275"/>
                </a:lnTo>
                <a:lnTo>
                  <a:pt x="229076" y="41275"/>
                </a:lnTo>
                <a:lnTo>
                  <a:pt x="235267" y="41275"/>
                </a:lnTo>
                <a:lnTo>
                  <a:pt x="241458" y="41275"/>
                </a:lnTo>
                <a:lnTo>
                  <a:pt x="247650" y="41275"/>
                </a:lnTo>
                <a:lnTo>
                  <a:pt x="253841" y="41275"/>
                </a:lnTo>
                <a:lnTo>
                  <a:pt x="260032" y="41275"/>
                </a:lnTo>
                <a:lnTo>
                  <a:pt x="266223" y="41275"/>
                </a:lnTo>
                <a:lnTo>
                  <a:pt x="272415" y="41275"/>
                </a:lnTo>
                <a:lnTo>
                  <a:pt x="278606" y="41275"/>
                </a:lnTo>
                <a:lnTo>
                  <a:pt x="284797" y="41275"/>
                </a:lnTo>
                <a:lnTo>
                  <a:pt x="290988" y="41275"/>
                </a:lnTo>
                <a:lnTo>
                  <a:pt x="297180" y="41275"/>
                </a:lnTo>
                <a:lnTo>
                  <a:pt x="303371" y="41275"/>
                </a:lnTo>
                <a:lnTo>
                  <a:pt x="309562" y="41275"/>
                </a:lnTo>
                <a:lnTo>
                  <a:pt x="309562" y="41275"/>
                </a:lnTo>
                <a:lnTo>
                  <a:pt x="316034" y="41614"/>
                </a:lnTo>
                <a:lnTo>
                  <a:pt x="322434" y="42628"/>
                </a:lnTo>
                <a:lnTo>
                  <a:pt x="328694" y="44305"/>
                </a:lnTo>
                <a:lnTo>
                  <a:pt x="334744" y="46627"/>
                </a:lnTo>
                <a:lnTo>
                  <a:pt x="340518" y="49569"/>
                </a:lnTo>
                <a:lnTo>
                  <a:pt x="345953" y="53099"/>
                </a:lnTo>
                <a:lnTo>
                  <a:pt x="350990" y="57177"/>
                </a:lnTo>
                <a:lnTo>
                  <a:pt x="355572" y="61760"/>
                </a:lnTo>
                <a:lnTo>
                  <a:pt x="359650" y="66796"/>
                </a:lnTo>
                <a:lnTo>
                  <a:pt x="363180" y="72231"/>
                </a:lnTo>
                <a:lnTo>
                  <a:pt x="366122" y="78005"/>
                </a:lnTo>
                <a:lnTo>
                  <a:pt x="368444" y="84055"/>
                </a:lnTo>
                <a:lnTo>
                  <a:pt x="370122" y="90315"/>
                </a:lnTo>
                <a:lnTo>
                  <a:pt x="371135" y="96716"/>
                </a:lnTo>
                <a:lnTo>
                  <a:pt x="371475" y="103187"/>
                </a:lnTo>
                <a:lnTo>
                  <a:pt x="371475" y="103187"/>
                </a:lnTo>
                <a:lnTo>
                  <a:pt x="371475" y="109441"/>
                </a:lnTo>
                <a:lnTo>
                  <a:pt x="371475" y="115695"/>
                </a:lnTo>
                <a:lnTo>
                  <a:pt x="371475" y="121949"/>
                </a:lnTo>
                <a:lnTo>
                  <a:pt x="371475" y="128202"/>
                </a:lnTo>
                <a:lnTo>
                  <a:pt x="371475" y="134456"/>
                </a:lnTo>
                <a:lnTo>
                  <a:pt x="371475" y="140710"/>
                </a:lnTo>
                <a:lnTo>
                  <a:pt x="371475" y="146964"/>
                </a:lnTo>
                <a:lnTo>
                  <a:pt x="371475" y="153218"/>
                </a:lnTo>
                <a:lnTo>
                  <a:pt x="371475" y="159471"/>
                </a:lnTo>
                <a:lnTo>
                  <a:pt x="371475" y="165725"/>
                </a:lnTo>
                <a:lnTo>
                  <a:pt x="371475" y="171979"/>
                </a:lnTo>
                <a:lnTo>
                  <a:pt x="371475" y="178233"/>
                </a:lnTo>
                <a:lnTo>
                  <a:pt x="371475" y="184486"/>
                </a:lnTo>
                <a:lnTo>
                  <a:pt x="371475" y="190740"/>
                </a:lnTo>
                <a:lnTo>
                  <a:pt x="371475" y="196994"/>
                </a:lnTo>
                <a:lnTo>
                  <a:pt x="371475" y="203248"/>
                </a:lnTo>
                <a:lnTo>
                  <a:pt x="371475" y="209502"/>
                </a:lnTo>
                <a:lnTo>
                  <a:pt x="371475" y="215755"/>
                </a:lnTo>
                <a:lnTo>
                  <a:pt x="371475" y="222009"/>
                </a:lnTo>
                <a:lnTo>
                  <a:pt x="371475" y="228263"/>
                </a:lnTo>
                <a:lnTo>
                  <a:pt x="371475" y="234517"/>
                </a:lnTo>
                <a:lnTo>
                  <a:pt x="371475" y="240771"/>
                </a:lnTo>
                <a:lnTo>
                  <a:pt x="371475" y="247024"/>
                </a:lnTo>
                <a:lnTo>
                  <a:pt x="371475" y="253278"/>
                </a:lnTo>
                <a:lnTo>
                  <a:pt x="371475" y="259532"/>
                </a:lnTo>
                <a:lnTo>
                  <a:pt x="371475" y="265786"/>
                </a:lnTo>
                <a:lnTo>
                  <a:pt x="371475" y="272040"/>
                </a:lnTo>
                <a:lnTo>
                  <a:pt x="371475" y="278293"/>
                </a:lnTo>
                <a:lnTo>
                  <a:pt x="371475" y="284547"/>
                </a:lnTo>
                <a:lnTo>
                  <a:pt x="371475" y="290801"/>
                </a:lnTo>
                <a:lnTo>
                  <a:pt x="371475" y="297055"/>
                </a:lnTo>
                <a:lnTo>
                  <a:pt x="371475" y="303308"/>
                </a:lnTo>
                <a:lnTo>
                  <a:pt x="371475" y="309562"/>
                </a:lnTo>
                <a:lnTo>
                  <a:pt x="371475" y="309562"/>
                </a:lnTo>
                <a:lnTo>
                  <a:pt x="371135" y="316034"/>
                </a:lnTo>
                <a:lnTo>
                  <a:pt x="370122" y="322435"/>
                </a:lnTo>
                <a:lnTo>
                  <a:pt x="368444" y="328694"/>
                </a:lnTo>
                <a:lnTo>
                  <a:pt x="366122" y="334744"/>
                </a:lnTo>
                <a:lnTo>
                  <a:pt x="363180" y="340519"/>
                </a:lnTo>
                <a:lnTo>
                  <a:pt x="359650" y="345954"/>
                </a:lnTo>
                <a:lnTo>
                  <a:pt x="355572" y="350990"/>
                </a:lnTo>
                <a:lnTo>
                  <a:pt x="350990" y="355572"/>
                </a:lnTo>
                <a:lnTo>
                  <a:pt x="345953" y="359651"/>
                </a:lnTo>
                <a:lnTo>
                  <a:pt x="340518" y="363180"/>
                </a:lnTo>
                <a:lnTo>
                  <a:pt x="334744" y="366122"/>
                </a:lnTo>
                <a:lnTo>
                  <a:pt x="328694" y="368445"/>
                </a:lnTo>
                <a:lnTo>
                  <a:pt x="322434" y="370122"/>
                </a:lnTo>
                <a:lnTo>
                  <a:pt x="316034" y="371136"/>
                </a:lnTo>
                <a:lnTo>
                  <a:pt x="309562" y="371475"/>
                </a:lnTo>
                <a:lnTo>
                  <a:pt x="309562" y="371475"/>
                </a:lnTo>
                <a:lnTo>
                  <a:pt x="303371" y="371475"/>
                </a:lnTo>
                <a:lnTo>
                  <a:pt x="297180" y="371475"/>
                </a:lnTo>
                <a:lnTo>
                  <a:pt x="290988" y="371475"/>
                </a:lnTo>
                <a:lnTo>
                  <a:pt x="284797" y="371475"/>
                </a:lnTo>
                <a:lnTo>
                  <a:pt x="278606" y="371475"/>
                </a:lnTo>
                <a:lnTo>
                  <a:pt x="272415" y="371475"/>
                </a:lnTo>
                <a:lnTo>
                  <a:pt x="266223" y="371475"/>
                </a:lnTo>
                <a:lnTo>
                  <a:pt x="260032" y="371475"/>
                </a:lnTo>
                <a:lnTo>
                  <a:pt x="253841" y="371475"/>
                </a:lnTo>
                <a:lnTo>
                  <a:pt x="247650" y="371475"/>
                </a:lnTo>
                <a:lnTo>
                  <a:pt x="241458" y="371475"/>
                </a:lnTo>
                <a:lnTo>
                  <a:pt x="235267" y="371475"/>
                </a:lnTo>
                <a:lnTo>
                  <a:pt x="229076" y="371475"/>
                </a:lnTo>
                <a:lnTo>
                  <a:pt x="222885" y="371475"/>
                </a:lnTo>
                <a:lnTo>
                  <a:pt x="216693" y="371475"/>
                </a:lnTo>
                <a:lnTo>
                  <a:pt x="210502" y="371475"/>
                </a:lnTo>
                <a:lnTo>
                  <a:pt x="204311" y="371475"/>
                </a:lnTo>
                <a:lnTo>
                  <a:pt x="198120" y="371475"/>
                </a:lnTo>
                <a:lnTo>
                  <a:pt x="191928" y="371475"/>
                </a:lnTo>
                <a:lnTo>
                  <a:pt x="185737" y="371475"/>
                </a:lnTo>
                <a:lnTo>
                  <a:pt x="179546" y="371475"/>
                </a:lnTo>
                <a:lnTo>
                  <a:pt x="173355" y="371475"/>
                </a:lnTo>
                <a:lnTo>
                  <a:pt x="167163" y="371475"/>
                </a:lnTo>
                <a:lnTo>
                  <a:pt x="160972" y="371475"/>
                </a:lnTo>
                <a:lnTo>
                  <a:pt x="154781" y="371475"/>
                </a:lnTo>
                <a:lnTo>
                  <a:pt x="148590" y="371475"/>
                </a:lnTo>
                <a:lnTo>
                  <a:pt x="142398" y="371475"/>
                </a:lnTo>
                <a:lnTo>
                  <a:pt x="136207" y="371475"/>
                </a:lnTo>
                <a:lnTo>
                  <a:pt x="130016" y="371475"/>
                </a:lnTo>
                <a:lnTo>
                  <a:pt x="123825" y="371475"/>
                </a:lnTo>
                <a:lnTo>
                  <a:pt x="117633" y="371475"/>
                </a:lnTo>
                <a:lnTo>
                  <a:pt x="111442" y="371475"/>
                </a:lnTo>
                <a:lnTo>
                  <a:pt x="105251" y="371475"/>
                </a:lnTo>
                <a:lnTo>
                  <a:pt x="99060" y="371475"/>
                </a:lnTo>
                <a:lnTo>
                  <a:pt x="92868" y="371475"/>
                </a:lnTo>
                <a:lnTo>
                  <a:pt x="86677" y="371475"/>
                </a:lnTo>
                <a:lnTo>
                  <a:pt x="80486" y="371475"/>
                </a:lnTo>
                <a:lnTo>
                  <a:pt x="74295" y="371475"/>
                </a:lnTo>
                <a:lnTo>
                  <a:pt x="68103" y="371475"/>
                </a:lnTo>
                <a:lnTo>
                  <a:pt x="61912" y="371475"/>
                </a:lnTo>
                <a:lnTo>
                  <a:pt x="61912" y="371475"/>
                </a:lnTo>
                <a:lnTo>
                  <a:pt x="55440" y="371136"/>
                </a:lnTo>
                <a:lnTo>
                  <a:pt x="49040" y="370122"/>
                </a:lnTo>
                <a:lnTo>
                  <a:pt x="42780" y="368445"/>
                </a:lnTo>
                <a:lnTo>
                  <a:pt x="36730" y="366122"/>
                </a:lnTo>
                <a:lnTo>
                  <a:pt x="30956" y="363180"/>
                </a:lnTo>
                <a:lnTo>
                  <a:pt x="25521" y="359651"/>
                </a:lnTo>
                <a:lnTo>
                  <a:pt x="20485" y="355572"/>
                </a:lnTo>
                <a:lnTo>
                  <a:pt x="15902" y="350990"/>
                </a:lnTo>
                <a:lnTo>
                  <a:pt x="11824" y="345954"/>
                </a:lnTo>
                <a:lnTo>
                  <a:pt x="8294" y="340519"/>
                </a:lnTo>
                <a:lnTo>
                  <a:pt x="5352" y="334744"/>
                </a:lnTo>
                <a:lnTo>
                  <a:pt x="3030" y="328694"/>
                </a:lnTo>
                <a:lnTo>
                  <a:pt x="1352" y="322435"/>
                </a:lnTo>
                <a:lnTo>
                  <a:pt x="339" y="316034"/>
                </a:lnTo>
                <a:lnTo>
                  <a:pt x="0" y="309562"/>
                </a:lnTo>
                <a:lnTo>
                  <a:pt x="0" y="309562"/>
                </a:lnTo>
                <a:lnTo>
                  <a:pt x="0" y="303308"/>
                </a:lnTo>
                <a:lnTo>
                  <a:pt x="0" y="297055"/>
                </a:lnTo>
                <a:lnTo>
                  <a:pt x="0" y="290801"/>
                </a:lnTo>
                <a:lnTo>
                  <a:pt x="0" y="284547"/>
                </a:lnTo>
                <a:lnTo>
                  <a:pt x="0" y="278293"/>
                </a:lnTo>
                <a:lnTo>
                  <a:pt x="0" y="272040"/>
                </a:lnTo>
                <a:lnTo>
                  <a:pt x="0" y="265786"/>
                </a:lnTo>
                <a:lnTo>
                  <a:pt x="0" y="259532"/>
                </a:lnTo>
                <a:lnTo>
                  <a:pt x="0" y="253278"/>
                </a:lnTo>
                <a:lnTo>
                  <a:pt x="0" y="247024"/>
                </a:lnTo>
                <a:lnTo>
                  <a:pt x="0" y="240771"/>
                </a:lnTo>
                <a:lnTo>
                  <a:pt x="0" y="234517"/>
                </a:lnTo>
                <a:lnTo>
                  <a:pt x="0" y="228263"/>
                </a:lnTo>
                <a:lnTo>
                  <a:pt x="0" y="222009"/>
                </a:lnTo>
                <a:lnTo>
                  <a:pt x="0" y="215755"/>
                </a:lnTo>
                <a:lnTo>
                  <a:pt x="0" y="209502"/>
                </a:lnTo>
                <a:lnTo>
                  <a:pt x="0" y="203248"/>
                </a:lnTo>
                <a:lnTo>
                  <a:pt x="0" y="196994"/>
                </a:lnTo>
                <a:lnTo>
                  <a:pt x="0" y="190740"/>
                </a:lnTo>
                <a:lnTo>
                  <a:pt x="0" y="184486"/>
                </a:lnTo>
                <a:lnTo>
                  <a:pt x="0" y="178233"/>
                </a:lnTo>
                <a:lnTo>
                  <a:pt x="0" y="171979"/>
                </a:lnTo>
                <a:lnTo>
                  <a:pt x="0" y="165725"/>
                </a:lnTo>
                <a:lnTo>
                  <a:pt x="0" y="159471"/>
                </a:lnTo>
                <a:lnTo>
                  <a:pt x="0" y="153218"/>
                </a:lnTo>
                <a:lnTo>
                  <a:pt x="0" y="146964"/>
                </a:lnTo>
                <a:lnTo>
                  <a:pt x="0" y="140710"/>
                </a:lnTo>
                <a:lnTo>
                  <a:pt x="0" y="134456"/>
                </a:lnTo>
                <a:lnTo>
                  <a:pt x="0" y="128202"/>
                </a:lnTo>
                <a:lnTo>
                  <a:pt x="0" y="121949"/>
                </a:lnTo>
                <a:lnTo>
                  <a:pt x="0" y="115695"/>
                </a:lnTo>
                <a:lnTo>
                  <a:pt x="0" y="109441"/>
                </a:lnTo>
                <a:lnTo>
                  <a:pt x="0" y="103187"/>
                </a:lnTo>
                <a:lnTo>
                  <a:pt x="0" y="103187"/>
                </a:lnTo>
                <a:lnTo>
                  <a:pt x="339" y="96716"/>
                </a:lnTo>
                <a:lnTo>
                  <a:pt x="1352" y="90315"/>
                </a:lnTo>
                <a:lnTo>
                  <a:pt x="3030" y="84055"/>
                </a:lnTo>
                <a:lnTo>
                  <a:pt x="5352" y="78005"/>
                </a:lnTo>
                <a:lnTo>
                  <a:pt x="8294" y="72231"/>
                </a:lnTo>
                <a:lnTo>
                  <a:pt x="11824" y="66796"/>
                </a:lnTo>
                <a:lnTo>
                  <a:pt x="15902" y="61760"/>
                </a:lnTo>
                <a:lnTo>
                  <a:pt x="20485" y="57177"/>
                </a:lnTo>
                <a:lnTo>
                  <a:pt x="25521" y="53099"/>
                </a:lnTo>
                <a:lnTo>
                  <a:pt x="30956" y="49569"/>
                </a:lnTo>
                <a:lnTo>
                  <a:pt x="36730" y="46627"/>
                </a:lnTo>
                <a:lnTo>
                  <a:pt x="42780" y="44305"/>
                </a:lnTo>
                <a:lnTo>
                  <a:pt x="49040" y="42628"/>
                </a:lnTo>
                <a:lnTo>
                  <a:pt x="55440" y="41614"/>
                </a:lnTo>
                <a:lnTo>
                  <a:pt x="61912" y="41275"/>
                </a:lnTo>
                <a:moveTo>
                  <a:pt x="0" y="144462"/>
                </a:moveTo>
                <a:lnTo>
                  <a:pt x="6191" y="144462"/>
                </a:lnTo>
                <a:lnTo>
                  <a:pt x="12382" y="144462"/>
                </a:lnTo>
                <a:lnTo>
                  <a:pt x="18573" y="144462"/>
                </a:lnTo>
                <a:lnTo>
                  <a:pt x="24765" y="144462"/>
                </a:lnTo>
                <a:lnTo>
                  <a:pt x="30956" y="144462"/>
                </a:lnTo>
                <a:lnTo>
                  <a:pt x="37147" y="144462"/>
                </a:lnTo>
                <a:lnTo>
                  <a:pt x="43338" y="144462"/>
                </a:lnTo>
                <a:lnTo>
                  <a:pt x="49530" y="144462"/>
                </a:lnTo>
                <a:lnTo>
                  <a:pt x="55721" y="144462"/>
                </a:lnTo>
                <a:lnTo>
                  <a:pt x="61912" y="144462"/>
                </a:lnTo>
                <a:lnTo>
                  <a:pt x="68103" y="144462"/>
                </a:lnTo>
                <a:lnTo>
                  <a:pt x="74295" y="144462"/>
                </a:lnTo>
                <a:lnTo>
                  <a:pt x="80486" y="144462"/>
                </a:lnTo>
                <a:lnTo>
                  <a:pt x="86677" y="144462"/>
                </a:lnTo>
                <a:lnTo>
                  <a:pt x="92868" y="144462"/>
                </a:lnTo>
                <a:lnTo>
                  <a:pt x="99060" y="144462"/>
                </a:lnTo>
                <a:lnTo>
                  <a:pt x="105251" y="144462"/>
                </a:lnTo>
                <a:lnTo>
                  <a:pt x="111442" y="144462"/>
                </a:lnTo>
                <a:lnTo>
                  <a:pt x="117633" y="144462"/>
                </a:lnTo>
                <a:lnTo>
                  <a:pt x="123825" y="144462"/>
                </a:lnTo>
                <a:lnTo>
                  <a:pt x="130016" y="144462"/>
                </a:lnTo>
                <a:lnTo>
                  <a:pt x="136207" y="144462"/>
                </a:lnTo>
                <a:lnTo>
                  <a:pt x="142398" y="144462"/>
                </a:lnTo>
                <a:lnTo>
                  <a:pt x="148590" y="144462"/>
                </a:lnTo>
                <a:lnTo>
                  <a:pt x="154781" y="144462"/>
                </a:lnTo>
                <a:lnTo>
                  <a:pt x="160972" y="144462"/>
                </a:lnTo>
                <a:lnTo>
                  <a:pt x="167163" y="144462"/>
                </a:lnTo>
                <a:lnTo>
                  <a:pt x="173355" y="144462"/>
                </a:lnTo>
                <a:lnTo>
                  <a:pt x="179546" y="144462"/>
                </a:lnTo>
                <a:lnTo>
                  <a:pt x="185737" y="144462"/>
                </a:lnTo>
                <a:lnTo>
                  <a:pt x="191928" y="144462"/>
                </a:lnTo>
                <a:lnTo>
                  <a:pt x="198120" y="144462"/>
                </a:lnTo>
                <a:lnTo>
                  <a:pt x="204311" y="144462"/>
                </a:lnTo>
                <a:lnTo>
                  <a:pt x="210502" y="144462"/>
                </a:lnTo>
                <a:lnTo>
                  <a:pt x="216693" y="144462"/>
                </a:lnTo>
                <a:lnTo>
                  <a:pt x="222885" y="144462"/>
                </a:lnTo>
                <a:lnTo>
                  <a:pt x="229076" y="144462"/>
                </a:lnTo>
                <a:lnTo>
                  <a:pt x="235267" y="144462"/>
                </a:lnTo>
                <a:lnTo>
                  <a:pt x="241458" y="144462"/>
                </a:lnTo>
                <a:lnTo>
                  <a:pt x="247650" y="144462"/>
                </a:lnTo>
                <a:lnTo>
                  <a:pt x="253841" y="144462"/>
                </a:lnTo>
                <a:lnTo>
                  <a:pt x="260032" y="144462"/>
                </a:lnTo>
                <a:lnTo>
                  <a:pt x="266223" y="144462"/>
                </a:lnTo>
                <a:lnTo>
                  <a:pt x="272415" y="144462"/>
                </a:lnTo>
                <a:lnTo>
                  <a:pt x="278606" y="144462"/>
                </a:lnTo>
                <a:lnTo>
                  <a:pt x="284797" y="144462"/>
                </a:lnTo>
                <a:lnTo>
                  <a:pt x="290988" y="144462"/>
                </a:lnTo>
                <a:lnTo>
                  <a:pt x="297180" y="144462"/>
                </a:lnTo>
                <a:lnTo>
                  <a:pt x="303371" y="144462"/>
                </a:lnTo>
                <a:lnTo>
                  <a:pt x="309562" y="144462"/>
                </a:lnTo>
                <a:lnTo>
                  <a:pt x="315753" y="144462"/>
                </a:lnTo>
                <a:lnTo>
                  <a:pt x="321945" y="144462"/>
                </a:lnTo>
                <a:lnTo>
                  <a:pt x="328136" y="144462"/>
                </a:lnTo>
                <a:lnTo>
                  <a:pt x="334327" y="144462"/>
                </a:lnTo>
                <a:lnTo>
                  <a:pt x="340518" y="144462"/>
                </a:lnTo>
                <a:lnTo>
                  <a:pt x="346710" y="144462"/>
                </a:lnTo>
                <a:lnTo>
                  <a:pt x="352901" y="144462"/>
                </a:lnTo>
                <a:lnTo>
                  <a:pt x="359092" y="144462"/>
                </a:lnTo>
                <a:lnTo>
                  <a:pt x="365283" y="144462"/>
                </a:lnTo>
                <a:lnTo>
                  <a:pt x="371475" y="144462"/>
                </a:lnTo>
                <a:moveTo>
                  <a:pt x="103187" y="0"/>
                </a:moveTo>
                <a:lnTo>
                  <a:pt x="103187" y="6350"/>
                </a:lnTo>
                <a:lnTo>
                  <a:pt x="103187" y="12700"/>
                </a:lnTo>
                <a:lnTo>
                  <a:pt x="103187" y="19050"/>
                </a:lnTo>
                <a:lnTo>
                  <a:pt x="103187" y="25400"/>
                </a:lnTo>
                <a:lnTo>
                  <a:pt x="103187" y="31750"/>
                </a:lnTo>
                <a:lnTo>
                  <a:pt x="103187" y="38100"/>
                </a:lnTo>
                <a:lnTo>
                  <a:pt x="103187" y="44450"/>
                </a:lnTo>
                <a:lnTo>
                  <a:pt x="103187" y="50800"/>
                </a:lnTo>
                <a:lnTo>
                  <a:pt x="103187" y="57150"/>
                </a:lnTo>
                <a:lnTo>
                  <a:pt x="103187" y="63500"/>
                </a:lnTo>
                <a:lnTo>
                  <a:pt x="103187" y="69850"/>
                </a:lnTo>
                <a:lnTo>
                  <a:pt x="103187" y="76200"/>
                </a:lnTo>
                <a:lnTo>
                  <a:pt x="103187" y="82550"/>
                </a:lnTo>
                <a:moveTo>
                  <a:pt x="268287" y="0"/>
                </a:moveTo>
                <a:lnTo>
                  <a:pt x="268287" y="6350"/>
                </a:lnTo>
                <a:lnTo>
                  <a:pt x="268287" y="12700"/>
                </a:lnTo>
                <a:lnTo>
                  <a:pt x="268287" y="19050"/>
                </a:lnTo>
                <a:lnTo>
                  <a:pt x="268287" y="25400"/>
                </a:lnTo>
                <a:lnTo>
                  <a:pt x="268287" y="31750"/>
                </a:lnTo>
                <a:lnTo>
                  <a:pt x="268287" y="38100"/>
                </a:lnTo>
                <a:lnTo>
                  <a:pt x="268287" y="44450"/>
                </a:lnTo>
                <a:lnTo>
                  <a:pt x="268287" y="50800"/>
                </a:lnTo>
                <a:lnTo>
                  <a:pt x="268287" y="57150"/>
                </a:lnTo>
                <a:lnTo>
                  <a:pt x="268287" y="63500"/>
                </a:lnTo>
                <a:lnTo>
                  <a:pt x="268287" y="69850"/>
                </a:lnTo>
                <a:lnTo>
                  <a:pt x="268287" y="76200"/>
                </a:lnTo>
                <a:lnTo>
                  <a:pt x="268287" y="82550"/>
                </a:lnTo>
              </a:path>
            </a:pathLst>
          </a:custGeom>
          <a:noFill/>
          <a:ln w="41275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014" y="8796242"/>
            <a:ext cx="4213622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Segera hadir</a:t>
            </a:r>
          </a:p>
        </p:txBody>
      </p:sp>
      <p:sp>
        <p:nvSpPr>
          <p:cNvPr id="1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113878"/>
            <a:ext cx="412692" cy="412693"/>
          </a:xfrm>
          <a:custGeom>
            <a:avLst/>
            <a:gdLst/>
            <a:ahLst/>
            <a:cxnLst/>
            <a:rect l="l" t="t" r="r" b="b"/>
            <a:pathLst>
              <a:path w="412692" h="412693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6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8"/>
                </a:lnTo>
                <a:lnTo>
                  <a:pt x="201235" y="286352"/>
                </a:lnTo>
                <a:lnTo>
                  <a:pt x="208944" y="288129"/>
                </a:lnTo>
                <a:lnTo>
                  <a:pt x="216766" y="289320"/>
                </a:lnTo>
                <a:lnTo>
                  <a:pt x="224655" y="289917"/>
                </a:lnTo>
                <a:lnTo>
                  <a:pt x="232567" y="289917"/>
                </a:lnTo>
                <a:lnTo>
                  <a:pt x="240456" y="289320"/>
                </a:lnTo>
                <a:lnTo>
                  <a:pt x="248277" y="288129"/>
                </a:lnTo>
                <a:lnTo>
                  <a:pt x="255987" y="286352"/>
                </a:lnTo>
                <a:lnTo>
                  <a:pt x="263540" y="283998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6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5"/>
                </a:lnTo>
                <a:lnTo>
                  <a:pt x="365005" y="196992"/>
                </a:lnTo>
                <a:lnTo>
                  <a:pt x="370618" y="191379"/>
                </a:lnTo>
                <a:lnTo>
                  <a:pt x="376231" y="185766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3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2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2"/>
                </a:lnTo>
                <a:lnTo>
                  <a:pt x="392137" y="42809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4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6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7"/>
                </a:lnTo>
                <a:lnTo>
                  <a:pt x="226365" y="131613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3"/>
                </a:lnTo>
                <a:lnTo>
                  <a:pt x="134685" y="135077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6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4"/>
                </a:lnTo>
                <a:lnTo>
                  <a:pt x="75751" y="187637"/>
                </a:lnTo>
                <a:lnTo>
                  <a:pt x="70138" y="193250"/>
                </a:lnTo>
                <a:lnTo>
                  <a:pt x="64526" y="198863"/>
                </a:lnTo>
                <a:lnTo>
                  <a:pt x="58913" y="204476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4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4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1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5"/>
                </a:lnTo>
                <a:lnTo>
                  <a:pt x="36635" y="387215"/>
                </a:lnTo>
                <a:lnTo>
                  <a:pt x="42808" y="392137"/>
                </a:lnTo>
                <a:lnTo>
                  <a:pt x="49331" y="396585"/>
                </a:lnTo>
                <a:lnTo>
                  <a:pt x="56169" y="400532"/>
                </a:lnTo>
                <a:lnTo>
                  <a:pt x="63282" y="403958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3"/>
                </a:lnTo>
                <a:lnTo>
                  <a:pt x="101553" y="412693"/>
                </a:lnTo>
                <a:lnTo>
                  <a:pt x="109448" y="412693"/>
                </a:lnTo>
                <a:lnTo>
                  <a:pt x="117321" y="412103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8"/>
                </a:lnTo>
                <a:lnTo>
                  <a:pt x="154832" y="400532"/>
                </a:lnTo>
                <a:lnTo>
                  <a:pt x="161669" y="396585"/>
                </a:lnTo>
                <a:lnTo>
                  <a:pt x="168192" y="392137"/>
                </a:lnTo>
                <a:lnTo>
                  <a:pt x="174365" y="387215"/>
                </a:lnTo>
                <a:lnTo>
                  <a:pt x="180152" y="381845"/>
                </a:lnTo>
                <a:lnTo>
                  <a:pt x="180152" y="381845"/>
                </a:lnTo>
                <a:lnTo>
                  <a:pt x="186701" y="375296"/>
                </a:lnTo>
                <a:lnTo>
                  <a:pt x="193249" y="368748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Cek LinkedIn Events di bio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Khusus 200+ profesional terpilih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375" y="9199436"/>
            <a:ext cx="4756249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C10 · Nov W2 · Campaign B2B · Sesi 4 Longevity &amp; Biohacking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