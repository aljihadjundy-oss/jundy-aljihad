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tenang dan formal: ikon kalender, judul besar, sub 2 baris, placeholder foto momen di bawah</a:t>
            </a:r>
          </a:p>
          <a:p>
            <a:r>
              <a:t>ELEMEN: Highlight biru di 'Selesai'. Tanpa emoji besar atau meme (B2B)</a:t>
            </a:r>
          </a:p>
          <a:p>
            <a:r>
              <a:t>MOTION: Ikon pop → kicker rise → judul rise, highlight menyusul → sub rise → foto momen rise</a:t>
            </a:r>
          </a:p>
          <a:p>
            <a:r>
              <a:t>ASET: Foto momen Sesi 1 (screenshot Meet atau dokumentasi). User yang menyediakan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quote</a:t>
            </a:r>
          </a:p>
          <a:p>
            <a:r>
              <a:t>VISUAL: Tanda kutip besar samar, kutipan italic di kotak biru, nama di pill putih, jabatan di bawahnya</a:t>
            </a:r>
          </a:p>
          <a:p>
            <a:r>
              <a:t>ELEMEN: Satu kutipan per pembicara, tanpa angka klaim</a:t>
            </a:r>
          </a:p>
          <a:p>
            <a:r>
              <a:t>MOTION: Tanda kutip pop → kotak kutipan rise → nama rise → jabatan → foto rise</a:t>
            </a:r>
          </a:p>
          <a:p>
            <a:r>
              <a:t>ASET: Kutipan asli Dr. Bayu (dari rekaman/notulen Sesi 1) + headshot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quote</a:t>
            </a:r>
          </a:p>
          <a:p>
            <a:r>
              <a:t>VISUAL: Sama seperti slide kutipan sebelumnya</a:t>
            </a:r>
          </a:p>
          <a:p>
            <a:r>
              <a:t>ELEMEN: Satu kutipan per pembicara</a:t>
            </a:r>
          </a:p>
          <a:p>
            <a:r>
              <a:t>MOTION: Sama dengan slide kutipan sebelumnya</a:t>
            </a:r>
          </a:p>
          <a:p>
            <a:r>
              <a:t>ASET: Kutipan asli Ferry + headshot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quote</a:t>
            </a:r>
          </a:p>
          <a:p>
            <a:r>
              <a:t>VISUAL: Sama seperti slide kutipan sebelumnya</a:t>
            </a:r>
          </a:p>
          <a:p>
            <a:r>
              <a:t>ELEMEN: Satu kutipan per pembicara</a:t>
            </a:r>
          </a:p>
          <a:p>
            <a:r>
              <a:t>MOTION: Sama dengan slide kutipan sebelumnya</a:t>
            </a:r>
          </a:p>
          <a:p>
            <a:r>
              <a:t>ASET: Kutipan asli Dr. Anggraini + headshot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logos</a:t>
            </a:r>
          </a:p>
          <a:p>
            <a:r>
              <a:t>VISUAL: Grid 5 kotak logo rapi (3 + 2) di tengah, ucapan terima kasih di atas, CTA follow di bawah</a:t>
            </a:r>
          </a:p>
          <a:p>
            <a:r>
              <a:t>ELEMEN: Social proof partner terkonfirmasi (prinsip B2B). CTA follow = ajakan sesi berikutnya</a:t>
            </a:r>
          </a:p>
          <a:p>
            <a:r>
              <a:t>MOTION: Judul rise → logo pop berurutan 0.15 detik → CTA rise</a:t>
            </a:r>
          </a:p>
          <a:p>
            <a:r>
              <a:t>ASET: 5 file logo (PNG transparan): Fit4Go, PPYNI, Bisa Gerak, Lux Entertainment, Dreya Communications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0002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calendar"/>
          <p:cNvSpPr/>
          <p:nvPr/>
        </p:nvSpPr>
        <p:spPr>
          <a:xfrm>
            <a:off x="4907756" y="2478881"/>
            <a:ext cx="471488" cy="471488"/>
          </a:xfrm>
          <a:custGeom>
            <a:avLst/>
            <a:gdLst/>
            <a:ahLst/>
            <a:cxnLst/>
            <a:rect l="l" t="t" r="r" b="b"/>
            <a:pathLst>
              <a:path w="471488" h="471488">
                <a:moveTo>
                  <a:pt x="78582" y="52388"/>
                </a:moveTo>
                <a:lnTo>
                  <a:pt x="86440" y="52388"/>
                </a:lnTo>
                <a:lnTo>
                  <a:pt x="94298" y="52388"/>
                </a:lnTo>
                <a:lnTo>
                  <a:pt x="102156" y="52388"/>
                </a:lnTo>
                <a:lnTo>
                  <a:pt x="110014" y="52388"/>
                </a:lnTo>
                <a:lnTo>
                  <a:pt x="117872" y="52388"/>
                </a:lnTo>
                <a:lnTo>
                  <a:pt x="125730" y="52388"/>
                </a:lnTo>
                <a:lnTo>
                  <a:pt x="133588" y="52388"/>
                </a:lnTo>
                <a:lnTo>
                  <a:pt x="141446" y="52388"/>
                </a:lnTo>
                <a:lnTo>
                  <a:pt x="149305" y="52388"/>
                </a:lnTo>
                <a:lnTo>
                  <a:pt x="157163" y="52388"/>
                </a:lnTo>
                <a:lnTo>
                  <a:pt x="165021" y="52388"/>
                </a:lnTo>
                <a:lnTo>
                  <a:pt x="172879" y="52388"/>
                </a:lnTo>
                <a:lnTo>
                  <a:pt x="180737" y="52388"/>
                </a:lnTo>
                <a:lnTo>
                  <a:pt x="188595" y="52388"/>
                </a:lnTo>
                <a:lnTo>
                  <a:pt x="196453" y="52388"/>
                </a:lnTo>
                <a:lnTo>
                  <a:pt x="204312" y="52388"/>
                </a:lnTo>
                <a:lnTo>
                  <a:pt x="212170" y="52388"/>
                </a:lnTo>
                <a:lnTo>
                  <a:pt x="220028" y="52388"/>
                </a:lnTo>
                <a:lnTo>
                  <a:pt x="227886" y="52388"/>
                </a:lnTo>
                <a:lnTo>
                  <a:pt x="235744" y="52388"/>
                </a:lnTo>
                <a:lnTo>
                  <a:pt x="243602" y="52388"/>
                </a:lnTo>
                <a:lnTo>
                  <a:pt x="251460" y="52388"/>
                </a:lnTo>
                <a:lnTo>
                  <a:pt x="259318" y="52388"/>
                </a:lnTo>
                <a:lnTo>
                  <a:pt x="267176" y="52388"/>
                </a:lnTo>
                <a:lnTo>
                  <a:pt x="275035" y="52388"/>
                </a:lnTo>
                <a:lnTo>
                  <a:pt x="282893" y="52388"/>
                </a:lnTo>
                <a:lnTo>
                  <a:pt x="290751" y="52388"/>
                </a:lnTo>
                <a:lnTo>
                  <a:pt x="298609" y="52388"/>
                </a:lnTo>
                <a:lnTo>
                  <a:pt x="306467" y="52388"/>
                </a:lnTo>
                <a:lnTo>
                  <a:pt x="314325" y="52388"/>
                </a:lnTo>
                <a:lnTo>
                  <a:pt x="322183" y="52388"/>
                </a:lnTo>
                <a:lnTo>
                  <a:pt x="330042" y="52388"/>
                </a:lnTo>
                <a:lnTo>
                  <a:pt x="337900" y="52388"/>
                </a:lnTo>
                <a:lnTo>
                  <a:pt x="345758" y="52388"/>
                </a:lnTo>
                <a:lnTo>
                  <a:pt x="353616" y="52388"/>
                </a:lnTo>
                <a:lnTo>
                  <a:pt x="361474" y="52388"/>
                </a:lnTo>
                <a:lnTo>
                  <a:pt x="369332" y="52388"/>
                </a:lnTo>
                <a:lnTo>
                  <a:pt x="377190" y="52388"/>
                </a:lnTo>
                <a:lnTo>
                  <a:pt x="385048" y="52388"/>
                </a:lnTo>
                <a:lnTo>
                  <a:pt x="392906" y="52388"/>
                </a:lnTo>
                <a:lnTo>
                  <a:pt x="392906" y="52388"/>
                </a:lnTo>
                <a:lnTo>
                  <a:pt x="401120" y="52818"/>
                </a:lnTo>
                <a:lnTo>
                  <a:pt x="409244" y="54105"/>
                </a:lnTo>
                <a:lnTo>
                  <a:pt x="417189" y="56234"/>
                </a:lnTo>
                <a:lnTo>
                  <a:pt x="424868" y="59181"/>
                </a:lnTo>
                <a:lnTo>
                  <a:pt x="432197" y="62916"/>
                </a:lnTo>
                <a:lnTo>
                  <a:pt x="439095" y="67395"/>
                </a:lnTo>
                <a:lnTo>
                  <a:pt x="445488" y="72572"/>
                </a:lnTo>
                <a:lnTo>
                  <a:pt x="451304" y="78388"/>
                </a:lnTo>
                <a:lnTo>
                  <a:pt x="456480" y="84780"/>
                </a:lnTo>
                <a:lnTo>
                  <a:pt x="460960" y="91678"/>
                </a:lnTo>
                <a:lnTo>
                  <a:pt x="464694" y="99007"/>
                </a:lnTo>
                <a:lnTo>
                  <a:pt x="467642" y="106686"/>
                </a:lnTo>
                <a:lnTo>
                  <a:pt x="469771" y="114631"/>
                </a:lnTo>
                <a:lnTo>
                  <a:pt x="471057" y="122755"/>
                </a:lnTo>
                <a:lnTo>
                  <a:pt x="471488" y="130969"/>
                </a:lnTo>
                <a:lnTo>
                  <a:pt x="471488" y="130969"/>
                </a:lnTo>
                <a:lnTo>
                  <a:pt x="471488" y="138907"/>
                </a:lnTo>
                <a:lnTo>
                  <a:pt x="471488" y="146844"/>
                </a:lnTo>
                <a:lnTo>
                  <a:pt x="471488" y="154781"/>
                </a:lnTo>
                <a:lnTo>
                  <a:pt x="471488" y="162719"/>
                </a:lnTo>
                <a:lnTo>
                  <a:pt x="471488" y="170657"/>
                </a:lnTo>
                <a:lnTo>
                  <a:pt x="471488" y="178594"/>
                </a:lnTo>
                <a:lnTo>
                  <a:pt x="471488" y="186531"/>
                </a:lnTo>
                <a:lnTo>
                  <a:pt x="471488" y="194469"/>
                </a:lnTo>
                <a:lnTo>
                  <a:pt x="471488" y="202407"/>
                </a:lnTo>
                <a:lnTo>
                  <a:pt x="471488" y="210344"/>
                </a:lnTo>
                <a:lnTo>
                  <a:pt x="471488" y="218281"/>
                </a:lnTo>
                <a:lnTo>
                  <a:pt x="471488" y="226219"/>
                </a:lnTo>
                <a:lnTo>
                  <a:pt x="471488" y="234157"/>
                </a:lnTo>
                <a:lnTo>
                  <a:pt x="471488" y="242094"/>
                </a:lnTo>
                <a:lnTo>
                  <a:pt x="471488" y="250031"/>
                </a:lnTo>
                <a:lnTo>
                  <a:pt x="471488" y="257969"/>
                </a:lnTo>
                <a:lnTo>
                  <a:pt x="471488" y="265907"/>
                </a:lnTo>
                <a:lnTo>
                  <a:pt x="471488" y="273844"/>
                </a:lnTo>
                <a:lnTo>
                  <a:pt x="471488" y="281781"/>
                </a:lnTo>
                <a:lnTo>
                  <a:pt x="471488" y="289719"/>
                </a:lnTo>
                <a:lnTo>
                  <a:pt x="471488" y="297657"/>
                </a:lnTo>
                <a:lnTo>
                  <a:pt x="471488" y="305594"/>
                </a:lnTo>
                <a:lnTo>
                  <a:pt x="471488" y="313531"/>
                </a:lnTo>
                <a:lnTo>
                  <a:pt x="471488" y="321469"/>
                </a:lnTo>
                <a:lnTo>
                  <a:pt x="471488" y="329407"/>
                </a:lnTo>
                <a:lnTo>
                  <a:pt x="471488" y="337344"/>
                </a:lnTo>
                <a:lnTo>
                  <a:pt x="471488" y="345281"/>
                </a:lnTo>
                <a:lnTo>
                  <a:pt x="471488" y="353219"/>
                </a:lnTo>
                <a:lnTo>
                  <a:pt x="471488" y="361157"/>
                </a:lnTo>
                <a:lnTo>
                  <a:pt x="471488" y="369094"/>
                </a:lnTo>
                <a:lnTo>
                  <a:pt x="471488" y="377031"/>
                </a:lnTo>
                <a:lnTo>
                  <a:pt x="471488" y="384969"/>
                </a:lnTo>
                <a:lnTo>
                  <a:pt x="471488" y="392907"/>
                </a:lnTo>
                <a:lnTo>
                  <a:pt x="471488" y="392907"/>
                </a:lnTo>
                <a:lnTo>
                  <a:pt x="471057" y="401120"/>
                </a:lnTo>
                <a:lnTo>
                  <a:pt x="469771" y="409244"/>
                </a:lnTo>
                <a:lnTo>
                  <a:pt x="467642" y="417189"/>
                </a:lnTo>
                <a:lnTo>
                  <a:pt x="464694" y="424868"/>
                </a:lnTo>
                <a:lnTo>
                  <a:pt x="460960" y="432197"/>
                </a:lnTo>
                <a:lnTo>
                  <a:pt x="456480" y="439095"/>
                </a:lnTo>
                <a:lnTo>
                  <a:pt x="451304" y="445488"/>
                </a:lnTo>
                <a:lnTo>
                  <a:pt x="445488" y="451304"/>
                </a:lnTo>
                <a:lnTo>
                  <a:pt x="439095" y="456480"/>
                </a:lnTo>
                <a:lnTo>
                  <a:pt x="432197" y="460960"/>
                </a:lnTo>
                <a:lnTo>
                  <a:pt x="424868" y="464694"/>
                </a:lnTo>
                <a:lnTo>
                  <a:pt x="417189" y="467642"/>
                </a:lnTo>
                <a:lnTo>
                  <a:pt x="409244" y="469771"/>
                </a:lnTo>
                <a:lnTo>
                  <a:pt x="401120" y="471057"/>
                </a:lnTo>
                <a:lnTo>
                  <a:pt x="392906" y="471488"/>
                </a:lnTo>
                <a:lnTo>
                  <a:pt x="392906" y="471488"/>
                </a:lnTo>
                <a:lnTo>
                  <a:pt x="385048" y="471488"/>
                </a:lnTo>
                <a:lnTo>
                  <a:pt x="377190" y="471488"/>
                </a:lnTo>
                <a:lnTo>
                  <a:pt x="369332" y="471488"/>
                </a:lnTo>
                <a:lnTo>
                  <a:pt x="361474" y="471488"/>
                </a:lnTo>
                <a:lnTo>
                  <a:pt x="353616" y="471488"/>
                </a:lnTo>
                <a:lnTo>
                  <a:pt x="345758" y="471488"/>
                </a:lnTo>
                <a:lnTo>
                  <a:pt x="337900" y="471488"/>
                </a:lnTo>
                <a:lnTo>
                  <a:pt x="330042" y="471488"/>
                </a:lnTo>
                <a:lnTo>
                  <a:pt x="322183" y="471488"/>
                </a:lnTo>
                <a:lnTo>
                  <a:pt x="314325" y="471488"/>
                </a:lnTo>
                <a:lnTo>
                  <a:pt x="306467" y="471488"/>
                </a:lnTo>
                <a:lnTo>
                  <a:pt x="298609" y="471488"/>
                </a:lnTo>
                <a:lnTo>
                  <a:pt x="290751" y="471488"/>
                </a:lnTo>
                <a:lnTo>
                  <a:pt x="282893" y="471488"/>
                </a:lnTo>
                <a:lnTo>
                  <a:pt x="275035" y="471488"/>
                </a:lnTo>
                <a:lnTo>
                  <a:pt x="267176" y="471488"/>
                </a:lnTo>
                <a:lnTo>
                  <a:pt x="259318" y="471488"/>
                </a:lnTo>
                <a:lnTo>
                  <a:pt x="251460" y="471488"/>
                </a:lnTo>
                <a:lnTo>
                  <a:pt x="243602" y="471488"/>
                </a:lnTo>
                <a:lnTo>
                  <a:pt x="235744" y="471488"/>
                </a:lnTo>
                <a:lnTo>
                  <a:pt x="227886" y="471488"/>
                </a:lnTo>
                <a:lnTo>
                  <a:pt x="220028" y="471488"/>
                </a:lnTo>
                <a:lnTo>
                  <a:pt x="212170" y="471488"/>
                </a:lnTo>
                <a:lnTo>
                  <a:pt x="204312" y="471488"/>
                </a:lnTo>
                <a:lnTo>
                  <a:pt x="196453" y="471488"/>
                </a:lnTo>
                <a:lnTo>
                  <a:pt x="188595" y="471488"/>
                </a:lnTo>
                <a:lnTo>
                  <a:pt x="180737" y="471488"/>
                </a:lnTo>
                <a:lnTo>
                  <a:pt x="172879" y="471488"/>
                </a:lnTo>
                <a:lnTo>
                  <a:pt x="165021" y="471488"/>
                </a:lnTo>
                <a:lnTo>
                  <a:pt x="157163" y="471488"/>
                </a:lnTo>
                <a:lnTo>
                  <a:pt x="149305" y="471488"/>
                </a:lnTo>
                <a:lnTo>
                  <a:pt x="141446" y="471488"/>
                </a:lnTo>
                <a:lnTo>
                  <a:pt x="133588" y="471488"/>
                </a:lnTo>
                <a:lnTo>
                  <a:pt x="125730" y="471488"/>
                </a:lnTo>
                <a:lnTo>
                  <a:pt x="117872" y="471488"/>
                </a:lnTo>
                <a:lnTo>
                  <a:pt x="110014" y="471488"/>
                </a:lnTo>
                <a:lnTo>
                  <a:pt x="102156" y="471488"/>
                </a:lnTo>
                <a:lnTo>
                  <a:pt x="94298" y="471488"/>
                </a:lnTo>
                <a:lnTo>
                  <a:pt x="86440" y="471488"/>
                </a:lnTo>
                <a:lnTo>
                  <a:pt x="78582" y="471488"/>
                </a:lnTo>
                <a:lnTo>
                  <a:pt x="78582" y="471488"/>
                </a:lnTo>
                <a:lnTo>
                  <a:pt x="70368" y="471057"/>
                </a:lnTo>
                <a:lnTo>
                  <a:pt x="62244" y="469771"/>
                </a:lnTo>
                <a:lnTo>
                  <a:pt x="54299" y="467642"/>
                </a:lnTo>
                <a:lnTo>
                  <a:pt x="46620" y="464694"/>
                </a:lnTo>
                <a:lnTo>
                  <a:pt x="39291" y="460960"/>
                </a:lnTo>
                <a:lnTo>
                  <a:pt x="32393" y="456480"/>
                </a:lnTo>
                <a:lnTo>
                  <a:pt x="26000" y="451304"/>
                </a:lnTo>
                <a:lnTo>
                  <a:pt x="20184" y="445488"/>
                </a:lnTo>
                <a:lnTo>
                  <a:pt x="15008" y="439095"/>
                </a:lnTo>
                <a:lnTo>
                  <a:pt x="10528" y="432197"/>
                </a:lnTo>
                <a:lnTo>
                  <a:pt x="6794" y="424868"/>
                </a:lnTo>
                <a:lnTo>
                  <a:pt x="3846" y="417189"/>
                </a:lnTo>
                <a:lnTo>
                  <a:pt x="1717" y="409244"/>
                </a:lnTo>
                <a:lnTo>
                  <a:pt x="431" y="401120"/>
                </a:lnTo>
                <a:lnTo>
                  <a:pt x="0" y="392907"/>
                </a:lnTo>
                <a:lnTo>
                  <a:pt x="0" y="392907"/>
                </a:lnTo>
                <a:lnTo>
                  <a:pt x="0" y="384969"/>
                </a:lnTo>
                <a:lnTo>
                  <a:pt x="0" y="377031"/>
                </a:lnTo>
                <a:lnTo>
                  <a:pt x="0" y="369094"/>
                </a:lnTo>
                <a:lnTo>
                  <a:pt x="0" y="361157"/>
                </a:lnTo>
                <a:lnTo>
                  <a:pt x="0" y="353219"/>
                </a:lnTo>
                <a:lnTo>
                  <a:pt x="0" y="345281"/>
                </a:lnTo>
                <a:lnTo>
                  <a:pt x="0" y="337344"/>
                </a:lnTo>
                <a:lnTo>
                  <a:pt x="0" y="329407"/>
                </a:lnTo>
                <a:lnTo>
                  <a:pt x="0" y="321469"/>
                </a:lnTo>
                <a:lnTo>
                  <a:pt x="0" y="313531"/>
                </a:lnTo>
                <a:lnTo>
                  <a:pt x="0" y="305594"/>
                </a:lnTo>
                <a:lnTo>
                  <a:pt x="0" y="297657"/>
                </a:lnTo>
                <a:lnTo>
                  <a:pt x="0" y="289719"/>
                </a:lnTo>
                <a:lnTo>
                  <a:pt x="0" y="281781"/>
                </a:lnTo>
                <a:lnTo>
                  <a:pt x="0" y="273844"/>
                </a:lnTo>
                <a:lnTo>
                  <a:pt x="0" y="265907"/>
                </a:lnTo>
                <a:lnTo>
                  <a:pt x="0" y="257969"/>
                </a:lnTo>
                <a:lnTo>
                  <a:pt x="0" y="250031"/>
                </a:lnTo>
                <a:lnTo>
                  <a:pt x="0" y="242094"/>
                </a:lnTo>
                <a:lnTo>
                  <a:pt x="0" y="234157"/>
                </a:lnTo>
                <a:lnTo>
                  <a:pt x="0" y="226219"/>
                </a:lnTo>
                <a:lnTo>
                  <a:pt x="0" y="218281"/>
                </a:lnTo>
                <a:lnTo>
                  <a:pt x="0" y="210344"/>
                </a:lnTo>
                <a:lnTo>
                  <a:pt x="0" y="202407"/>
                </a:lnTo>
                <a:lnTo>
                  <a:pt x="0" y="194469"/>
                </a:lnTo>
                <a:lnTo>
                  <a:pt x="0" y="186531"/>
                </a:lnTo>
                <a:lnTo>
                  <a:pt x="0" y="178594"/>
                </a:lnTo>
                <a:lnTo>
                  <a:pt x="0" y="170657"/>
                </a:lnTo>
                <a:lnTo>
                  <a:pt x="0" y="162719"/>
                </a:lnTo>
                <a:lnTo>
                  <a:pt x="0" y="154781"/>
                </a:lnTo>
                <a:lnTo>
                  <a:pt x="0" y="146844"/>
                </a:lnTo>
                <a:lnTo>
                  <a:pt x="0" y="138907"/>
                </a:lnTo>
                <a:lnTo>
                  <a:pt x="0" y="130969"/>
                </a:lnTo>
                <a:lnTo>
                  <a:pt x="0" y="130969"/>
                </a:lnTo>
                <a:lnTo>
                  <a:pt x="431" y="122755"/>
                </a:lnTo>
                <a:lnTo>
                  <a:pt x="1717" y="114631"/>
                </a:lnTo>
                <a:lnTo>
                  <a:pt x="3846" y="106686"/>
                </a:lnTo>
                <a:lnTo>
                  <a:pt x="6794" y="99007"/>
                </a:lnTo>
                <a:lnTo>
                  <a:pt x="10528" y="91678"/>
                </a:lnTo>
                <a:lnTo>
                  <a:pt x="15008" y="84780"/>
                </a:lnTo>
                <a:lnTo>
                  <a:pt x="20184" y="78388"/>
                </a:lnTo>
                <a:lnTo>
                  <a:pt x="26000" y="72572"/>
                </a:lnTo>
                <a:lnTo>
                  <a:pt x="32393" y="67395"/>
                </a:lnTo>
                <a:lnTo>
                  <a:pt x="39291" y="62916"/>
                </a:lnTo>
                <a:lnTo>
                  <a:pt x="46620" y="59181"/>
                </a:lnTo>
                <a:lnTo>
                  <a:pt x="54299" y="56234"/>
                </a:lnTo>
                <a:lnTo>
                  <a:pt x="62244" y="54105"/>
                </a:lnTo>
                <a:lnTo>
                  <a:pt x="70368" y="52818"/>
                </a:lnTo>
                <a:lnTo>
                  <a:pt x="78582" y="52388"/>
                </a:lnTo>
                <a:moveTo>
                  <a:pt x="0" y="183357"/>
                </a:moveTo>
                <a:lnTo>
                  <a:pt x="7858" y="183357"/>
                </a:lnTo>
                <a:lnTo>
                  <a:pt x="15716" y="183357"/>
                </a:lnTo>
                <a:lnTo>
                  <a:pt x="23575" y="183357"/>
                </a:lnTo>
                <a:lnTo>
                  <a:pt x="31433" y="183357"/>
                </a:lnTo>
                <a:lnTo>
                  <a:pt x="39291" y="183357"/>
                </a:lnTo>
                <a:lnTo>
                  <a:pt x="47149" y="183357"/>
                </a:lnTo>
                <a:lnTo>
                  <a:pt x="55007" y="183357"/>
                </a:lnTo>
                <a:lnTo>
                  <a:pt x="62865" y="183357"/>
                </a:lnTo>
                <a:lnTo>
                  <a:pt x="70723" y="183357"/>
                </a:lnTo>
                <a:lnTo>
                  <a:pt x="78582" y="183357"/>
                </a:lnTo>
                <a:lnTo>
                  <a:pt x="86440" y="183357"/>
                </a:lnTo>
                <a:lnTo>
                  <a:pt x="94298" y="183357"/>
                </a:lnTo>
                <a:lnTo>
                  <a:pt x="102156" y="183357"/>
                </a:lnTo>
                <a:lnTo>
                  <a:pt x="110014" y="183357"/>
                </a:lnTo>
                <a:lnTo>
                  <a:pt x="117872" y="183357"/>
                </a:lnTo>
                <a:lnTo>
                  <a:pt x="125730" y="183357"/>
                </a:lnTo>
                <a:lnTo>
                  <a:pt x="133588" y="183357"/>
                </a:lnTo>
                <a:lnTo>
                  <a:pt x="141446" y="183357"/>
                </a:lnTo>
                <a:lnTo>
                  <a:pt x="149305" y="183357"/>
                </a:lnTo>
                <a:lnTo>
                  <a:pt x="157163" y="183357"/>
                </a:lnTo>
                <a:lnTo>
                  <a:pt x="165021" y="183357"/>
                </a:lnTo>
                <a:lnTo>
                  <a:pt x="172879" y="183357"/>
                </a:lnTo>
                <a:lnTo>
                  <a:pt x="180737" y="183357"/>
                </a:lnTo>
                <a:lnTo>
                  <a:pt x="188595" y="183357"/>
                </a:lnTo>
                <a:lnTo>
                  <a:pt x="196453" y="183357"/>
                </a:lnTo>
                <a:lnTo>
                  <a:pt x="204312" y="183357"/>
                </a:lnTo>
                <a:lnTo>
                  <a:pt x="212170" y="183357"/>
                </a:lnTo>
                <a:lnTo>
                  <a:pt x="220028" y="183357"/>
                </a:lnTo>
                <a:lnTo>
                  <a:pt x="227886" y="183357"/>
                </a:lnTo>
                <a:lnTo>
                  <a:pt x="235744" y="183357"/>
                </a:lnTo>
                <a:lnTo>
                  <a:pt x="243602" y="183357"/>
                </a:lnTo>
                <a:lnTo>
                  <a:pt x="251460" y="183357"/>
                </a:lnTo>
                <a:lnTo>
                  <a:pt x="259318" y="183357"/>
                </a:lnTo>
                <a:lnTo>
                  <a:pt x="267176" y="183357"/>
                </a:lnTo>
                <a:lnTo>
                  <a:pt x="275035" y="183357"/>
                </a:lnTo>
                <a:lnTo>
                  <a:pt x="282893" y="183357"/>
                </a:lnTo>
                <a:lnTo>
                  <a:pt x="290751" y="183357"/>
                </a:lnTo>
                <a:lnTo>
                  <a:pt x="298609" y="183357"/>
                </a:lnTo>
                <a:lnTo>
                  <a:pt x="306467" y="183357"/>
                </a:lnTo>
                <a:lnTo>
                  <a:pt x="314325" y="183357"/>
                </a:lnTo>
                <a:lnTo>
                  <a:pt x="322183" y="183357"/>
                </a:lnTo>
                <a:lnTo>
                  <a:pt x="330042" y="183357"/>
                </a:lnTo>
                <a:lnTo>
                  <a:pt x="337900" y="183357"/>
                </a:lnTo>
                <a:lnTo>
                  <a:pt x="345758" y="183357"/>
                </a:lnTo>
                <a:lnTo>
                  <a:pt x="353616" y="183357"/>
                </a:lnTo>
                <a:lnTo>
                  <a:pt x="361474" y="183357"/>
                </a:lnTo>
                <a:lnTo>
                  <a:pt x="369332" y="183357"/>
                </a:lnTo>
                <a:lnTo>
                  <a:pt x="377190" y="183357"/>
                </a:lnTo>
                <a:lnTo>
                  <a:pt x="385048" y="183357"/>
                </a:lnTo>
                <a:lnTo>
                  <a:pt x="392906" y="183357"/>
                </a:lnTo>
                <a:lnTo>
                  <a:pt x="400765" y="183357"/>
                </a:lnTo>
                <a:lnTo>
                  <a:pt x="408623" y="183357"/>
                </a:lnTo>
                <a:lnTo>
                  <a:pt x="416481" y="183357"/>
                </a:lnTo>
                <a:lnTo>
                  <a:pt x="424339" y="183357"/>
                </a:lnTo>
                <a:lnTo>
                  <a:pt x="432197" y="183357"/>
                </a:lnTo>
                <a:lnTo>
                  <a:pt x="440055" y="183357"/>
                </a:lnTo>
                <a:lnTo>
                  <a:pt x="447913" y="183357"/>
                </a:lnTo>
                <a:lnTo>
                  <a:pt x="455772" y="183357"/>
                </a:lnTo>
                <a:lnTo>
                  <a:pt x="463630" y="183357"/>
                </a:lnTo>
                <a:lnTo>
                  <a:pt x="471488" y="183357"/>
                </a:lnTo>
                <a:moveTo>
                  <a:pt x="130969" y="0"/>
                </a:moveTo>
                <a:lnTo>
                  <a:pt x="130969" y="8060"/>
                </a:lnTo>
                <a:lnTo>
                  <a:pt x="130969" y="16119"/>
                </a:lnTo>
                <a:lnTo>
                  <a:pt x="130969" y="24179"/>
                </a:lnTo>
                <a:lnTo>
                  <a:pt x="130969" y="32239"/>
                </a:lnTo>
                <a:lnTo>
                  <a:pt x="130969" y="40298"/>
                </a:lnTo>
                <a:lnTo>
                  <a:pt x="130969" y="48358"/>
                </a:lnTo>
                <a:lnTo>
                  <a:pt x="130969" y="56418"/>
                </a:lnTo>
                <a:lnTo>
                  <a:pt x="130969" y="64477"/>
                </a:lnTo>
                <a:lnTo>
                  <a:pt x="130969" y="72537"/>
                </a:lnTo>
                <a:lnTo>
                  <a:pt x="130969" y="80596"/>
                </a:lnTo>
                <a:lnTo>
                  <a:pt x="130969" y="88656"/>
                </a:lnTo>
                <a:lnTo>
                  <a:pt x="130969" y="96716"/>
                </a:lnTo>
                <a:lnTo>
                  <a:pt x="130969" y="104775"/>
                </a:lnTo>
                <a:moveTo>
                  <a:pt x="340519" y="0"/>
                </a:moveTo>
                <a:lnTo>
                  <a:pt x="340519" y="8060"/>
                </a:lnTo>
                <a:lnTo>
                  <a:pt x="340519" y="16119"/>
                </a:lnTo>
                <a:lnTo>
                  <a:pt x="340519" y="24179"/>
                </a:lnTo>
                <a:lnTo>
                  <a:pt x="340519" y="32239"/>
                </a:lnTo>
                <a:lnTo>
                  <a:pt x="340519" y="40298"/>
                </a:lnTo>
                <a:lnTo>
                  <a:pt x="340519" y="48358"/>
                </a:lnTo>
                <a:lnTo>
                  <a:pt x="340519" y="56418"/>
                </a:lnTo>
                <a:lnTo>
                  <a:pt x="340519" y="64477"/>
                </a:lnTo>
                <a:lnTo>
                  <a:pt x="340519" y="72537"/>
                </a:lnTo>
                <a:lnTo>
                  <a:pt x="340519" y="80596"/>
                </a:lnTo>
                <a:lnTo>
                  <a:pt x="340519" y="88656"/>
                </a:lnTo>
                <a:lnTo>
                  <a:pt x="340519" y="96716"/>
                </a:lnTo>
                <a:lnTo>
                  <a:pt x="340519" y="104775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38264" y="3771900"/>
            <a:ext cx="5210473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 · Sesi 1</a:t>
            </a:r>
          </a:p>
        </p:txBody>
      </p:sp>
      <p:sp>
        <p:nvSpPr>
          <p:cNvPr id="5" name="Highlight"/>
          <p:cNvSpPr/>
          <p:nvPr/>
        </p:nvSpPr>
        <p:spPr>
          <a:xfrm>
            <a:off x="3738339" y="5524310"/>
            <a:ext cx="2810321" cy="699516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4639628"/>
            <a:ext cx="8763000" cy="1618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372"/>
              </a:lnSpc>
            </a:pPr>
            <a:r>
              <a:rPr b="0" i="0" sz="5400">
                <a:solidFill>
                  <a:srgbClr val="FFFFFF"/>
                </a:solidFill>
                <a:latin typeface="Poppins ExtraBold"/>
              </a:rPr>
              <a:t>Sesi Kickoff</a:t>
            </a:r>
            <a:br/>
            <a:r>
              <a:rPr b="0" i="0" sz="5400">
                <a:solidFill>
                  <a:srgbClr val="FFFFFF"/>
                </a:solidFill>
                <a:latin typeface="Poppins ExtraBold"/>
              </a:rPr>
              <a:t> Selesai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6601016"/>
            <a:ext cx="8191500" cy="1760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Triangle of Life: Mind, Fitness, Nutrition.</a:t>
            </a:r>
            <a:br/>
            <a:r>
              <a:rPr b="0" i="0" sz="3300">
                <a:solidFill>
                  <a:srgbClr val="FFFFFF"/>
                </a:solidFill>
                <a:latin typeface="Poppins Medium"/>
              </a:rPr>
              <a:t>Terima kasih sudah hadir.</a:t>
            </a:r>
          </a:p>
        </p:txBody>
      </p:sp>
      <p:sp>
        <p:nvSpPr>
          <p:cNvPr id="8" name="Placeholder aset"/>
          <p:cNvSpPr/>
          <p:nvPr/>
        </p:nvSpPr>
        <p:spPr>
          <a:xfrm>
            <a:off x="762000" y="8704136"/>
            <a:ext cx="8763000" cy="20955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MOMEN SESI 1 (screenshot Meet / dokumentasi)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27471"/>
            <a:ext cx="8763000" cy="1000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5"/>
              </a:lnSpc>
            </a:pPr>
            <a:r>
              <a:rPr b="0" i="0" sz="11250">
                <a:solidFill>
                  <a:srgbClr val="FFFFFF">
                    <a:alpha val="35000"/>
                  </a:srgbClr>
                </a:solidFill>
                <a:latin typeface="Poppins ExtraBold"/>
              </a:rPr>
              <a:t>“</a:t>
            </a:r>
          </a:p>
        </p:txBody>
      </p:sp>
      <p:sp>
        <p:nvSpPr>
          <p:cNvPr id="3" name="Kotak"/>
          <p:cNvSpPr/>
          <p:nvPr/>
        </p:nvSpPr>
        <p:spPr>
          <a:xfrm>
            <a:off x="762000" y="3913346"/>
            <a:ext cx="8763000" cy="2247900"/>
          </a:xfrm>
          <a:prstGeom prst="roundRect">
            <a:avLst>
              <a:gd name="adj" fmla="val 16949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7300" y="4370546"/>
            <a:ext cx="77724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b="0" i="1" sz="3750">
                <a:solidFill>
                  <a:srgbClr val="FFFFFF"/>
                </a:solidFill>
                <a:latin typeface="Poppins Medium"/>
              </a:rPr>
              <a:t>[Kutipan singkat non-data dari Dr. Bayu]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6446996"/>
            <a:ext cx="7231707" cy="568642"/>
          </a:xfrm>
          <a:prstGeom prst="roundRect">
            <a:avLst>
              <a:gd name="adj" fmla="val 402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277"/>
              </a:lnSpc>
            </a:pPr>
            <a:r>
              <a:rPr b="1" i="0" sz="2850">
                <a:solidFill>
                  <a:srgbClr val="0B233D"/>
                </a:solidFill>
                <a:latin typeface="Poppins"/>
              </a:rPr>
              <a:t>Dr. I Gusti Ngurah Bayu Darma Putra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01389"/>
            <a:ext cx="8763000" cy="4533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Mind &amp; Resilience</a:t>
            </a:r>
          </a:p>
        </p:txBody>
      </p:sp>
      <p:sp>
        <p:nvSpPr>
          <p:cNvPr id="7" name="Placeholder aset"/>
          <p:cNvSpPr/>
          <p:nvPr/>
        </p:nvSpPr>
        <p:spPr>
          <a:xfrm>
            <a:off x="762000" y="8040529"/>
            <a:ext cx="8763000" cy="18097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HEADSHOT Dr. Bayu (cutout PNG)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27471"/>
            <a:ext cx="8763000" cy="1000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5"/>
              </a:lnSpc>
            </a:pPr>
            <a:r>
              <a:rPr b="0" i="0" sz="11250">
                <a:solidFill>
                  <a:srgbClr val="FFFFFF">
                    <a:alpha val="35000"/>
                  </a:srgbClr>
                </a:solidFill>
                <a:latin typeface="Poppins ExtraBold"/>
              </a:rPr>
              <a:t>“</a:t>
            </a:r>
          </a:p>
        </p:txBody>
      </p:sp>
      <p:sp>
        <p:nvSpPr>
          <p:cNvPr id="3" name="Kotak"/>
          <p:cNvSpPr/>
          <p:nvPr/>
        </p:nvSpPr>
        <p:spPr>
          <a:xfrm>
            <a:off x="762000" y="3913346"/>
            <a:ext cx="8763000" cy="2247900"/>
          </a:xfrm>
          <a:prstGeom prst="roundRect">
            <a:avLst>
              <a:gd name="adj" fmla="val 16949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7300" y="4370546"/>
            <a:ext cx="77724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b="0" i="1" sz="3750">
                <a:solidFill>
                  <a:srgbClr val="FFFFFF"/>
                </a:solidFill>
                <a:latin typeface="Poppins Medium"/>
              </a:rPr>
              <a:t>[Kutipan singkat non-data dari Ferry]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6446996"/>
            <a:ext cx="4810423" cy="568642"/>
          </a:xfrm>
          <a:prstGeom prst="roundRect">
            <a:avLst>
              <a:gd name="adj" fmla="val 402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277"/>
              </a:lnSpc>
            </a:pPr>
            <a:r>
              <a:rPr b="1" i="0" sz="2850">
                <a:solidFill>
                  <a:srgbClr val="0B233D"/>
                </a:solidFill>
                <a:latin typeface="Poppins"/>
              </a:rPr>
              <a:t>Ferry Distira Herlangga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01389"/>
            <a:ext cx="8763000" cy="4533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Fitness &amp; Performance</a:t>
            </a:r>
          </a:p>
        </p:txBody>
      </p:sp>
      <p:sp>
        <p:nvSpPr>
          <p:cNvPr id="7" name="Placeholder aset"/>
          <p:cNvSpPr/>
          <p:nvPr/>
        </p:nvSpPr>
        <p:spPr>
          <a:xfrm>
            <a:off x="762000" y="8040529"/>
            <a:ext cx="8763000" cy="18097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HEADSHOT Ferry (cutout PNG)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627471"/>
            <a:ext cx="8763000" cy="1000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5"/>
              </a:lnSpc>
            </a:pPr>
            <a:r>
              <a:rPr b="0" i="0" sz="11250">
                <a:solidFill>
                  <a:srgbClr val="FFFFFF">
                    <a:alpha val="35000"/>
                  </a:srgbClr>
                </a:solidFill>
                <a:latin typeface="Poppins ExtraBold"/>
              </a:rPr>
              <a:t>“</a:t>
            </a:r>
          </a:p>
        </p:txBody>
      </p:sp>
      <p:sp>
        <p:nvSpPr>
          <p:cNvPr id="3" name="Kotak"/>
          <p:cNvSpPr/>
          <p:nvPr/>
        </p:nvSpPr>
        <p:spPr>
          <a:xfrm>
            <a:off x="762000" y="3913346"/>
            <a:ext cx="8763000" cy="2247900"/>
          </a:xfrm>
          <a:prstGeom prst="roundRect">
            <a:avLst>
              <a:gd name="adj" fmla="val 16949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7300" y="4370546"/>
            <a:ext cx="77724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b="0" i="1" sz="3750">
                <a:solidFill>
                  <a:srgbClr val="FFFFFF"/>
                </a:solidFill>
                <a:latin typeface="Poppins Medium"/>
              </a:rPr>
              <a:t>[Kutipan singkat non-data dari Dr. Anggraini]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6446996"/>
            <a:ext cx="5583585" cy="568642"/>
          </a:xfrm>
          <a:prstGeom prst="roundRect">
            <a:avLst>
              <a:gd name="adj" fmla="val 402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277"/>
              </a:lnSpc>
            </a:pPr>
            <a:r>
              <a:rPr b="1" i="0" sz="2850">
                <a:solidFill>
                  <a:srgbClr val="0B233D"/>
                </a:solidFill>
                <a:latin typeface="Poppins"/>
              </a:rPr>
              <a:t>Dr. Ni Gusti Made Anggraini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01389"/>
            <a:ext cx="8763000" cy="4533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Nutrition Specialist</a:t>
            </a:r>
          </a:p>
        </p:txBody>
      </p:sp>
      <p:sp>
        <p:nvSpPr>
          <p:cNvPr id="7" name="Placeholder aset"/>
          <p:cNvSpPr/>
          <p:nvPr/>
        </p:nvSpPr>
        <p:spPr>
          <a:xfrm>
            <a:off x="762000" y="8040529"/>
            <a:ext cx="8763000" cy="18097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HEADSHOT Dr. Anggraini (cutout PNG)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020949"/>
            <a:ext cx="8763000" cy="15285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Terima kasih,</a:t>
            </a:r>
            <a:br/>
            <a:r>
              <a:rPr b="0" i="0" sz="5100">
                <a:solidFill>
                  <a:srgbClr val="FFFFFF"/>
                </a:solidFill>
                <a:latin typeface="Poppins ExtraBold"/>
              </a:rPr>
              <a:t>Founding Circle Partners</a:t>
            </a:r>
          </a:p>
        </p:txBody>
      </p:sp>
      <p:sp>
        <p:nvSpPr>
          <p:cNvPr id="3" name="Logo Fit4Go"/>
          <p:cNvSpPr/>
          <p:nvPr/>
        </p:nvSpPr>
        <p:spPr>
          <a:xfrm>
            <a:off x="7905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Fit4Go</a:t>
            </a:r>
          </a:p>
        </p:txBody>
      </p:sp>
      <p:sp>
        <p:nvSpPr>
          <p:cNvPr id="4" name="Logo PPYNI"/>
          <p:cNvSpPr/>
          <p:nvPr/>
        </p:nvSpPr>
        <p:spPr>
          <a:xfrm>
            <a:off x="37623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PPYNI</a:t>
            </a:r>
          </a:p>
        </p:txBody>
      </p:sp>
      <p:sp>
        <p:nvSpPr>
          <p:cNvPr id="5" name="Logo Bisa Gerak"/>
          <p:cNvSpPr/>
          <p:nvPr/>
        </p:nvSpPr>
        <p:spPr>
          <a:xfrm>
            <a:off x="6734175" y="48352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Bisa Gerak</a:t>
            </a:r>
          </a:p>
        </p:txBody>
      </p:sp>
      <p:sp>
        <p:nvSpPr>
          <p:cNvPr id="6" name="Logo Lux Entertainment"/>
          <p:cNvSpPr/>
          <p:nvPr/>
        </p:nvSpPr>
        <p:spPr>
          <a:xfrm>
            <a:off x="2276475" y="66640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Lux Entertainment</a:t>
            </a:r>
          </a:p>
        </p:txBody>
      </p:sp>
      <p:sp>
        <p:nvSpPr>
          <p:cNvPr id="7" name="Logo Dreya Communications"/>
          <p:cNvSpPr/>
          <p:nvPr/>
        </p:nvSpPr>
        <p:spPr>
          <a:xfrm>
            <a:off x="5248275" y="6664071"/>
            <a:ext cx="2762250" cy="161925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535"/>
              </a:lnSpc>
            </a:pPr>
            <a:r>
              <a:rPr b="1" i="0" sz="19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1950">
                <a:solidFill>
                  <a:srgbClr val="0B233D"/>
                </a:solidFill>
                <a:latin typeface="Poppins"/>
              </a:rPr>
              <a:t>Dreya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569071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Follow @shape.indonesia untuk sesi berikutnya.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· Sep W4 · Campaign B2B · Recap Kickoff (Sesi 1)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