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</p:sldIdLst>
  <p:sldSz cx="10287000" cy="12858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POLA: cover</a:t>
            </a:r>
          </a:p>
          <a:p>
            <a:r>
              <a:t>VISUAL: Cover tipografi besar di atas gradient+grid, ghost word RESET samar di belakang, ikon otak di bulatan putih</a:t>
            </a:r>
          </a:p>
          <a:p>
            <a:r>
              <a:t>ELEMEN: Kicker pill pilar, highlight box biru, satu-satunya aksen merah carousel ini di kata 'Reset'</a:t>
            </a:r>
          </a:p>
          <a:p>
            <a:r>
              <a:t>MOTION: Ikon pop → kicker rise → headline rise, 'Reset' stamp merah menyusul → sub rise; panah next fade</a:t>
            </a:r>
          </a:p>
          <a:p>
            <a:r>
              <a:t>ASET: Tidak ada (semua dibuat dari tipografi + ikon)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POLA: list</a:t>
            </a:r>
          </a:p>
          <a:p>
            <a:r>
              <a:t>VISUAL: Lima baris glass card, satu tanda per baris, ikon centang di bulatan biru</a:t>
            </a:r>
          </a:p>
          <a:p>
            <a:r>
              <a:t>ELEMEN: Checklist 5 item (pengganti 5 slide, supaya total tetap ≤5 slide)</a:t>
            </a:r>
          </a:p>
          <a:p>
            <a:r>
              <a:t>MOTION: Judul rise, tiap baris slide-in dari kiri berurutan 0.25 detik</a:t>
            </a:r>
          </a:p>
          <a:p>
            <a:r>
              <a:t>ASET: Tidak ada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POLA: compare</a:t>
            </a:r>
          </a:p>
          <a:p>
            <a:r>
              <a:t>VISUAL: Dua kartu berdampingan: kiri kaca polos, kanan lebih terang (highlight biru)</a:t>
            </a:r>
          </a:p>
          <a:p>
            <a:r>
              <a:t>ELEMEN: Perbandingan visual 2 kolom</a:t>
            </a:r>
          </a:p>
          <a:p>
            <a:r>
              <a:t>MOTION: Kiri slide-in dari kiri, kanan slide-in dari kanan, footer rise</a:t>
            </a:r>
          </a:p>
          <a:p>
            <a:r>
              <a:t>ASET: Tidak ada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POLA: cta</a:t>
            </a:r>
          </a:p>
          <a:p>
            <a:r>
              <a:t>VISUAL: Penutup tenang, satu kotak biru + pill handle lime</a:t>
            </a:r>
          </a:p>
          <a:p>
            <a:r>
              <a:t>ELEMEN: CTA simpan &amp; share (B2C: bukan daftar webinar). Panah next tidak ada di slide terakhir</a:t>
            </a:r>
          </a:p>
          <a:p>
            <a:r>
              <a:t>MOTION: Ikon pop, kotak rise, pill handle pulse halus</a:t>
            </a:r>
          </a:p>
          <a:p>
            <a:r>
              <a:t>ASET: Tidak ada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hape Carous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Latar grid mirin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  <p:pic>
        <p:nvPicPr>
          <p:cNvPr id="102" name="Logo Shape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210050" y="847725"/>
            <a:ext cx="1914525" cy="666750"/>
          </a:xfrm>
          <a:prstGeom prst="rect">
            <a:avLst/>
          </a:prstGeom>
        </p:spPr>
      </p:pic>
      <p:sp>
        <p:nvSpPr>
          <p:cNvPr id="103" name="Titik 1"/>
          <p:cNvSpPr/>
          <p:nvPr userDrawn="1"/>
        </p:nvSpPr>
        <p:spPr>
          <a:xfrm>
            <a:off x="438150" y="733425"/>
            <a:ext cx="295275" cy="295275"/>
          </a:xfrm>
          <a:prstGeom prst="ellipse">
            <a:avLst/>
          </a:prstGeom>
          <a:solidFill>
            <a:srgbClr val="67A1C4"/>
          </a:solidFill>
          <a:ln>
            <a:noFill/>
          </a:ln>
        </p:spPr>
      </p:sp>
      <p:sp>
        <p:nvSpPr>
          <p:cNvPr id="104" name="Titik 2"/>
          <p:cNvSpPr/>
          <p:nvPr userDrawn="1"/>
        </p:nvSpPr>
        <p:spPr>
          <a:xfrm>
            <a:off x="876300" y="733425"/>
            <a:ext cx="295275" cy="295275"/>
          </a:xfrm>
          <a:prstGeom prst="ellipse">
            <a:avLst/>
          </a:prstGeom>
          <a:solidFill>
            <a:srgbClr val="67A1C4"/>
          </a:solidFill>
          <a:ln>
            <a:noFill/>
          </a:ln>
        </p:spPr>
      </p:sp>
      <p:sp>
        <p:nvSpPr>
          <p:cNvPr id="105" name="Titik 3"/>
          <p:cNvSpPr/>
          <p:nvPr userDrawn="1"/>
        </p:nvSpPr>
        <p:spPr>
          <a:xfrm>
            <a:off x="1323975" y="733425"/>
            <a:ext cx="295275" cy="295275"/>
          </a:xfrm>
          <a:prstGeom prst="ellipse">
            <a:avLst/>
          </a:prstGeom>
          <a:solidFill>
            <a:srgbClr val="67A1C4"/>
          </a:solidFill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Kata ghost"/>
          <p:cNvSpPr txBox="1"/>
          <p:nvPr/>
        </p:nvSpPr>
        <p:spPr>
          <a:xfrm>
            <a:off x="0" y="4191000"/>
            <a:ext cx="10287000" cy="3238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22500"/>
              </a:lnSpc>
            </a:pPr>
            <a:r>
              <a:rPr b="0" i="0" sz="22500">
                <a:solidFill>
                  <a:srgbClr val="FFFFFF">
                    <a:alpha val="7000"/>
                  </a:srgbClr>
                </a:solidFill>
                <a:latin typeface="Poppins ExtraBold"/>
              </a:rPr>
              <a:t>RESET</a:t>
            </a:r>
          </a:p>
        </p:txBody>
      </p:sp>
      <p:sp>
        <p:nvSpPr>
          <p:cNvPr id="3" name="Bulatan ikon"/>
          <p:cNvSpPr/>
          <p:nvPr/>
        </p:nvSpPr>
        <p:spPr>
          <a:xfrm>
            <a:off x="4429125" y="2407634"/>
            <a:ext cx="1428750" cy="14287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Ikon brain"/>
          <p:cNvSpPr/>
          <p:nvPr/>
        </p:nvSpPr>
        <p:spPr>
          <a:xfrm>
            <a:off x="4913759" y="2901931"/>
            <a:ext cx="459482" cy="443802"/>
          </a:xfrm>
          <a:custGeom>
            <a:avLst/>
            <a:gdLst/>
            <a:ahLst/>
            <a:cxnLst/>
            <a:rect l="l" t="t" r="r" b="b"/>
            <a:pathLst>
              <a:path w="459482" h="443802">
                <a:moveTo>
                  <a:pt x="151160" y="10528"/>
                </a:moveTo>
                <a:lnTo>
                  <a:pt x="142946" y="10959"/>
                </a:lnTo>
                <a:lnTo>
                  <a:pt x="134822" y="12245"/>
                </a:lnTo>
                <a:lnTo>
                  <a:pt x="126877" y="14374"/>
                </a:lnTo>
                <a:lnTo>
                  <a:pt x="119198" y="17322"/>
                </a:lnTo>
                <a:lnTo>
                  <a:pt x="111869" y="21056"/>
                </a:lnTo>
                <a:lnTo>
                  <a:pt x="104971" y="25536"/>
                </a:lnTo>
                <a:lnTo>
                  <a:pt x="98579" y="30712"/>
                </a:lnTo>
                <a:lnTo>
                  <a:pt x="92763" y="36528"/>
                </a:lnTo>
                <a:lnTo>
                  <a:pt x="87586" y="42921"/>
                </a:lnTo>
                <a:lnTo>
                  <a:pt x="83106" y="49819"/>
                </a:lnTo>
                <a:lnTo>
                  <a:pt x="79372" y="57148"/>
                </a:lnTo>
                <a:lnTo>
                  <a:pt x="76425" y="64827"/>
                </a:lnTo>
                <a:lnTo>
                  <a:pt x="74296" y="72772"/>
                </a:lnTo>
                <a:lnTo>
                  <a:pt x="73009" y="80896"/>
                </a:lnTo>
                <a:lnTo>
                  <a:pt x="72579" y="89109"/>
                </a:lnTo>
                <a:lnTo>
                  <a:pt x="72579" y="89109"/>
                </a:lnTo>
                <a:lnTo>
                  <a:pt x="64687" y="90116"/>
                </a:lnTo>
                <a:lnTo>
                  <a:pt x="56937" y="91914"/>
                </a:lnTo>
                <a:lnTo>
                  <a:pt x="49409" y="94488"/>
                </a:lnTo>
                <a:lnTo>
                  <a:pt x="42180" y="97809"/>
                </a:lnTo>
                <a:lnTo>
                  <a:pt x="35323" y="101844"/>
                </a:lnTo>
                <a:lnTo>
                  <a:pt x="28910" y="106552"/>
                </a:lnTo>
                <a:lnTo>
                  <a:pt x="23006" y="111884"/>
                </a:lnTo>
                <a:lnTo>
                  <a:pt x="17671" y="117786"/>
                </a:lnTo>
                <a:lnTo>
                  <a:pt x="12960" y="124197"/>
                </a:lnTo>
                <a:lnTo>
                  <a:pt x="8921" y="131051"/>
                </a:lnTo>
                <a:lnTo>
                  <a:pt x="5597" y="138279"/>
                </a:lnTo>
                <a:lnTo>
                  <a:pt x="3020" y="145805"/>
                </a:lnTo>
                <a:lnTo>
                  <a:pt x="1217" y="153554"/>
                </a:lnTo>
                <a:lnTo>
                  <a:pt x="207" y="161445"/>
                </a:lnTo>
                <a:lnTo>
                  <a:pt x="0" y="169398"/>
                </a:lnTo>
                <a:lnTo>
                  <a:pt x="598" y="177331"/>
                </a:lnTo>
                <a:lnTo>
                  <a:pt x="1996" y="185163"/>
                </a:lnTo>
                <a:lnTo>
                  <a:pt x="4178" y="192814"/>
                </a:lnTo>
                <a:lnTo>
                  <a:pt x="7122" y="200205"/>
                </a:lnTo>
                <a:lnTo>
                  <a:pt x="10799" y="207260"/>
                </a:lnTo>
                <a:lnTo>
                  <a:pt x="15170" y="213907"/>
                </a:lnTo>
                <a:lnTo>
                  <a:pt x="20191" y="220078"/>
                </a:lnTo>
                <a:lnTo>
                  <a:pt x="20191" y="220078"/>
                </a:lnTo>
                <a:lnTo>
                  <a:pt x="15170" y="226249"/>
                </a:lnTo>
                <a:lnTo>
                  <a:pt x="10799" y="232897"/>
                </a:lnTo>
                <a:lnTo>
                  <a:pt x="7122" y="239952"/>
                </a:lnTo>
                <a:lnTo>
                  <a:pt x="4178" y="247342"/>
                </a:lnTo>
                <a:lnTo>
                  <a:pt x="1996" y="254993"/>
                </a:lnTo>
                <a:lnTo>
                  <a:pt x="598" y="262825"/>
                </a:lnTo>
                <a:lnTo>
                  <a:pt x="0" y="270758"/>
                </a:lnTo>
                <a:lnTo>
                  <a:pt x="207" y="278711"/>
                </a:lnTo>
                <a:lnTo>
                  <a:pt x="1217" y="286602"/>
                </a:lnTo>
                <a:lnTo>
                  <a:pt x="3020" y="294351"/>
                </a:lnTo>
                <a:lnTo>
                  <a:pt x="5597" y="301878"/>
                </a:lnTo>
                <a:lnTo>
                  <a:pt x="8921" y="309105"/>
                </a:lnTo>
                <a:lnTo>
                  <a:pt x="12960" y="315960"/>
                </a:lnTo>
                <a:lnTo>
                  <a:pt x="17671" y="322371"/>
                </a:lnTo>
                <a:lnTo>
                  <a:pt x="23006" y="328273"/>
                </a:lnTo>
                <a:lnTo>
                  <a:pt x="28910" y="333605"/>
                </a:lnTo>
                <a:lnTo>
                  <a:pt x="35323" y="338312"/>
                </a:lnTo>
                <a:lnTo>
                  <a:pt x="42180" y="342348"/>
                </a:lnTo>
                <a:lnTo>
                  <a:pt x="49409" y="345669"/>
                </a:lnTo>
                <a:lnTo>
                  <a:pt x="56937" y="348242"/>
                </a:lnTo>
                <a:lnTo>
                  <a:pt x="64687" y="350041"/>
                </a:lnTo>
                <a:lnTo>
                  <a:pt x="72579" y="351047"/>
                </a:lnTo>
                <a:lnTo>
                  <a:pt x="72579" y="351047"/>
                </a:lnTo>
                <a:lnTo>
                  <a:pt x="71657" y="359064"/>
                </a:lnTo>
                <a:lnTo>
                  <a:pt x="71551" y="367133"/>
                </a:lnTo>
                <a:lnTo>
                  <a:pt x="72262" y="375172"/>
                </a:lnTo>
                <a:lnTo>
                  <a:pt x="73782" y="383097"/>
                </a:lnTo>
                <a:lnTo>
                  <a:pt x="76097" y="390828"/>
                </a:lnTo>
                <a:lnTo>
                  <a:pt x="79181" y="398285"/>
                </a:lnTo>
                <a:lnTo>
                  <a:pt x="83005" y="405392"/>
                </a:lnTo>
                <a:lnTo>
                  <a:pt x="87527" y="412076"/>
                </a:lnTo>
                <a:lnTo>
                  <a:pt x="92703" y="418267"/>
                </a:lnTo>
                <a:lnTo>
                  <a:pt x="98479" y="423904"/>
                </a:lnTo>
                <a:lnTo>
                  <a:pt x="104795" y="428927"/>
                </a:lnTo>
                <a:lnTo>
                  <a:pt x="111586" y="433285"/>
                </a:lnTo>
                <a:lnTo>
                  <a:pt x="118784" y="436934"/>
                </a:lnTo>
                <a:lnTo>
                  <a:pt x="126315" y="439836"/>
                </a:lnTo>
                <a:lnTo>
                  <a:pt x="134100" y="441961"/>
                </a:lnTo>
                <a:lnTo>
                  <a:pt x="142060" y="443288"/>
                </a:lnTo>
                <a:lnTo>
                  <a:pt x="150113" y="443802"/>
                </a:lnTo>
                <a:lnTo>
                  <a:pt x="158178" y="443499"/>
                </a:lnTo>
                <a:lnTo>
                  <a:pt x="166170" y="442382"/>
                </a:lnTo>
                <a:lnTo>
                  <a:pt x="174008" y="440462"/>
                </a:lnTo>
                <a:lnTo>
                  <a:pt x="181612" y="437759"/>
                </a:lnTo>
                <a:lnTo>
                  <a:pt x="188903" y="434301"/>
                </a:lnTo>
                <a:lnTo>
                  <a:pt x="195807" y="430122"/>
                </a:lnTo>
                <a:lnTo>
                  <a:pt x="202253" y="425267"/>
                </a:lnTo>
                <a:lnTo>
                  <a:pt x="208175" y="419784"/>
                </a:lnTo>
                <a:lnTo>
                  <a:pt x="213511" y="413731"/>
                </a:lnTo>
                <a:lnTo>
                  <a:pt x="218208" y="407168"/>
                </a:lnTo>
                <a:lnTo>
                  <a:pt x="222216" y="400164"/>
                </a:lnTo>
                <a:lnTo>
                  <a:pt x="225496" y="392791"/>
                </a:lnTo>
                <a:lnTo>
                  <a:pt x="228013" y="385123"/>
                </a:lnTo>
                <a:lnTo>
                  <a:pt x="229741" y="377241"/>
                </a:lnTo>
                <a:lnTo>
                  <a:pt x="229741" y="377241"/>
                </a:lnTo>
                <a:lnTo>
                  <a:pt x="229741" y="369269"/>
                </a:lnTo>
                <a:lnTo>
                  <a:pt x="229741" y="361297"/>
                </a:lnTo>
                <a:lnTo>
                  <a:pt x="229741" y="353325"/>
                </a:lnTo>
                <a:lnTo>
                  <a:pt x="229741" y="345353"/>
                </a:lnTo>
                <a:lnTo>
                  <a:pt x="229741" y="337381"/>
                </a:lnTo>
                <a:lnTo>
                  <a:pt x="229741" y="329409"/>
                </a:lnTo>
                <a:lnTo>
                  <a:pt x="229741" y="321437"/>
                </a:lnTo>
                <a:lnTo>
                  <a:pt x="229741" y="313465"/>
                </a:lnTo>
                <a:lnTo>
                  <a:pt x="229741" y="305493"/>
                </a:lnTo>
                <a:lnTo>
                  <a:pt x="229741" y="297521"/>
                </a:lnTo>
                <a:lnTo>
                  <a:pt x="229741" y="289549"/>
                </a:lnTo>
                <a:lnTo>
                  <a:pt x="229741" y="281577"/>
                </a:lnTo>
                <a:lnTo>
                  <a:pt x="229741" y="273605"/>
                </a:lnTo>
                <a:lnTo>
                  <a:pt x="229741" y="265633"/>
                </a:lnTo>
                <a:lnTo>
                  <a:pt x="229741" y="257661"/>
                </a:lnTo>
                <a:lnTo>
                  <a:pt x="229741" y="249689"/>
                </a:lnTo>
                <a:lnTo>
                  <a:pt x="229741" y="241717"/>
                </a:lnTo>
                <a:lnTo>
                  <a:pt x="229741" y="233745"/>
                </a:lnTo>
                <a:lnTo>
                  <a:pt x="229741" y="225773"/>
                </a:lnTo>
                <a:lnTo>
                  <a:pt x="229741" y="217801"/>
                </a:lnTo>
                <a:lnTo>
                  <a:pt x="229741" y="209829"/>
                </a:lnTo>
                <a:lnTo>
                  <a:pt x="229741" y="201857"/>
                </a:lnTo>
                <a:lnTo>
                  <a:pt x="229741" y="193885"/>
                </a:lnTo>
                <a:lnTo>
                  <a:pt x="229741" y="185912"/>
                </a:lnTo>
                <a:lnTo>
                  <a:pt x="229741" y="177940"/>
                </a:lnTo>
                <a:lnTo>
                  <a:pt x="229741" y="169968"/>
                </a:lnTo>
                <a:lnTo>
                  <a:pt x="229741" y="161996"/>
                </a:lnTo>
                <a:lnTo>
                  <a:pt x="229741" y="154024"/>
                </a:lnTo>
                <a:lnTo>
                  <a:pt x="229741" y="146052"/>
                </a:lnTo>
                <a:lnTo>
                  <a:pt x="229741" y="138080"/>
                </a:lnTo>
                <a:lnTo>
                  <a:pt x="229741" y="130108"/>
                </a:lnTo>
                <a:lnTo>
                  <a:pt x="229741" y="122136"/>
                </a:lnTo>
                <a:lnTo>
                  <a:pt x="229741" y="114164"/>
                </a:lnTo>
                <a:lnTo>
                  <a:pt x="229741" y="106192"/>
                </a:lnTo>
                <a:lnTo>
                  <a:pt x="229741" y="98220"/>
                </a:lnTo>
                <a:lnTo>
                  <a:pt x="229741" y="90248"/>
                </a:lnTo>
                <a:lnTo>
                  <a:pt x="229741" y="82276"/>
                </a:lnTo>
                <a:lnTo>
                  <a:pt x="229741" y="74304"/>
                </a:lnTo>
                <a:lnTo>
                  <a:pt x="229741" y="66332"/>
                </a:lnTo>
                <a:lnTo>
                  <a:pt x="229741" y="58360"/>
                </a:lnTo>
                <a:lnTo>
                  <a:pt x="229741" y="50388"/>
                </a:lnTo>
                <a:lnTo>
                  <a:pt x="229741" y="42416"/>
                </a:lnTo>
                <a:lnTo>
                  <a:pt x="229741" y="34444"/>
                </a:lnTo>
                <a:lnTo>
                  <a:pt x="229741" y="26472"/>
                </a:lnTo>
                <a:lnTo>
                  <a:pt x="229741" y="18500"/>
                </a:lnTo>
                <a:lnTo>
                  <a:pt x="229741" y="10528"/>
                </a:lnTo>
                <a:lnTo>
                  <a:pt x="229741" y="10528"/>
                </a:lnTo>
                <a:lnTo>
                  <a:pt x="222412" y="6794"/>
                </a:lnTo>
                <a:lnTo>
                  <a:pt x="214733" y="3846"/>
                </a:lnTo>
                <a:lnTo>
                  <a:pt x="206788" y="1718"/>
                </a:lnTo>
                <a:lnTo>
                  <a:pt x="198664" y="431"/>
                </a:lnTo>
                <a:lnTo>
                  <a:pt x="190450" y="0"/>
                </a:lnTo>
                <a:lnTo>
                  <a:pt x="182236" y="431"/>
                </a:lnTo>
                <a:lnTo>
                  <a:pt x="174112" y="1718"/>
                </a:lnTo>
                <a:lnTo>
                  <a:pt x="166167" y="3846"/>
                </a:lnTo>
                <a:lnTo>
                  <a:pt x="158489" y="6794"/>
                </a:lnTo>
                <a:lnTo>
                  <a:pt x="151160" y="10528"/>
                </a:lnTo>
                <a:moveTo>
                  <a:pt x="308322" y="10528"/>
                </a:moveTo>
                <a:lnTo>
                  <a:pt x="316536" y="10959"/>
                </a:lnTo>
                <a:lnTo>
                  <a:pt x="324660" y="12245"/>
                </a:lnTo>
                <a:lnTo>
                  <a:pt x="332605" y="14374"/>
                </a:lnTo>
                <a:lnTo>
                  <a:pt x="340284" y="17322"/>
                </a:lnTo>
                <a:lnTo>
                  <a:pt x="347613" y="21056"/>
                </a:lnTo>
                <a:lnTo>
                  <a:pt x="354511" y="25536"/>
                </a:lnTo>
                <a:lnTo>
                  <a:pt x="360903" y="30712"/>
                </a:lnTo>
                <a:lnTo>
                  <a:pt x="366719" y="36528"/>
                </a:lnTo>
                <a:lnTo>
                  <a:pt x="371896" y="42921"/>
                </a:lnTo>
                <a:lnTo>
                  <a:pt x="376376" y="49819"/>
                </a:lnTo>
                <a:lnTo>
                  <a:pt x="380110" y="57148"/>
                </a:lnTo>
                <a:lnTo>
                  <a:pt x="383057" y="64827"/>
                </a:lnTo>
                <a:lnTo>
                  <a:pt x="385186" y="72772"/>
                </a:lnTo>
                <a:lnTo>
                  <a:pt x="386473" y="80896"/>
                </a:lnTo>
                <a:lnTo>
                  <a:pt x="386903" y="89109"/>
                </a:lnTo>
                <a:lnTo>
                  <a:pt x="386903" y="89109"/>
                </a:lnTo>
                <a:lnTo>
                  <a:pt x="394795" y="90116"/>
                </a:lnTo>
                <a:lnTo>
                  <a:pt x="402545" y="91914"/>
                </a:lnTo>
                <a:lnTo>
                  <a:pt x="410073" y="94488"/>
                </a:lnTo>
                <a:lnTo>
                  <a:pt x="417302" y="97809"/>
                </a:lnTo>
                <a:lnTo>
                  <a:pt x="424159" y="101844"/>
                </a:lnTo>
                <a:lnTo>
                  <a:pt x="430572" y="106552"/>
                </a:lnTo>
                <a:lnTo>
                  <a:pt x="436476" y="111884"/>
                </a:lnTo>
                <a:lnTo>
                  <a:pt x="441811" y="117786"/>
                </a:lnTo>
                <a:lnTo>
                  <a:pt x="446522" y="124197"/>
                </a:lnTo>
                <a:lnTo>
                  <a:pt x="450561" y="131051"/>
                </a:lnTo>
                <a:lnTo>
                  <a:pt x="453885" y="138279"/>
                </a:lnTo>
                <a:lnTo>
                  <a:pt x="456462" y="145805"/>
                </a:lnTo>
                <a:lnTo>
                  <a:pt x="458265" y="153554"/>
                </a:lnTo>
                <a:lnTo>
                  <a:pt x="459275" y="161445"/>
                </a:lnTo>
                <a:lnTo>
                  <a:pt x="459482" y="169398"/>
                </a:lnTo>
                <a:lnTo>
                  <a:pt x="458884" y="177331"/>
                </a:lnTo>
                <a:lnTo>
                  <a:pt x="457486" y="185163"/>
                </a:lnTo>
                <a:lnTo>
                  <a:pt x="455304" y="192814"/>
                </a:lnTo>
                <a:lnTo>
                  <a:pt x="452360" y="200205"/>
                </a:lnTo>
                <a:lnTo>
                  <a:pt x="448683" y="207260"/>
                </a:lnTo>
                <a:lnTo>
                  <a:pt x="444312" y="213907"/>
                </a:lnTo>
                <a:lnTo>
                  <a:pt x="439291" y="220078"/>
                </a:lnTo>
                <a:lnTo>
                  <a:pt x="439291" y="220078"/>
                </a:lnTo>
                <a:lnTo>
                  <a:pt x="444312" y="226249"/>
                </a:lnTo>
                <a:lnTo>
                  <a:pt x="448683" y="232897"/>
                </a:lnTo>
                <a:lnTo>
                  <a:pt x="452360" y="239952"/>
                </a:lnTo>
                <a:lnTo>
                  <a:pt x="455304" y="247342"/>
                </a:lnTo>
                <a:lnTo>
                  <a:pt x="457486" y="254993"/>
                </a:lnTo>
                <a:lnTo>
                  <a:pt x="458884" y="262825"/>
                </a:lnTo>
                <a:lnTo>
                  <a:pt x="459482" y="270758"/>
                </a:lnTo>
                <a:lnTo>
                  <a:pt x="459275" y="278711"/>
                </a:lnTo>
                <a:lnTo>
                  <a:pt x="458265" y="286602"/>
                </a:lnTo>
                <a:lnTo>
                  <a:pt x="456462" y="294351"/>
                </a:lnTo>
                <a:lnTo>
                  <a:pt x="453885" y="301878"/>
                </a:lnTo>
                <a:lnTo>
                  <a:pt x="450561" y="309105"/>
                </a:lnTo>
                <a:lnTo>
                  <a:pt x="446522" y="315960"/>
                </a:lnTo>
                <a:lnTo>
                  <a:pt x="441811" y="322371"/>
                </a:lnTo>
                <a:lnTo>
                  <a:pt x="436476" y="328273"/>
                </a:lnTo>
                <a:lnTo>
                  <a:pt x="430572" y="333605"/>
                </a:lnTo>
                <a:lnTo>
                  <a:pt x="424159" y="338312"/>
                </a:lnTo>
                <a:lnTo>
                  <a:pt x="417302" y="342348"/>
                </a:lnTo>
                <a:lnTo>
                  <a:pt x="410073" y="345669"/>
                </a:lnTo>
                <a:lnTo>
                  <a:pt x="402545" y="348242"/>
                </a:lnTo>
                <a:lnTo>
                  <a:pt x="394795" y="350041"/>
                </a:lnTo>
                <a:lnTo>
                  <a:pt x="386903" y="351047"/>
                </a:lnTo>
                <a:lnTo>
                  <a:pt x="386903" y="351047"/>
                </a:lnTo>
                <a:lnTo>
                  <a:pt x="387825" y="359064"/>
                </a:lnTo>
                <a:lnTo>
                  <a:pt x="387931" y="367133"/>
                </a:lnTo>
                <a:lnTo>
                  <a:pt x="387220" y="375172"/>
                </a:lnTo>
                <a:lnTo>
                  <a:pt x="385700" y="383097"/>
                </a:lnTo>
                <a:lnTo>
                  <a:pt x="383385" y="390828"/>
                </a:lnTo>
                <a:lnTo>
                  <a:pt x="380301" y="398285"/>
                </a:lnTo>
                <a:lnTo>
                  <a:pt x="376477" y="405392"/>
                </a:lnTo>
                <a:lnTo>
                  <a:pt x="371955" y="412076"/>
                </a:lnTo>
                <a:lnTo>
                  <a:pt x="366779" y="418267"/>
                </a:lnTo>
                <a:lnTo>
                  <a:pt x="361003" y="423904"/>
                </a:lnTo>
                <a:lnTo>
                  <a:pt x="354687" y="428927"/>
                </a:lnTo>
                <a:lnTo>
                  <a:pt x="347896" y="433285"/>
                </a:lnTo>
                <a:lnTo>
                  <a:pt x="340698" y="436934"/>
                </a:lnTo>
                <a:lnTo>
                  <a:pt x="333167" y="439836"/>
                </a:lnTo>
                <a:lnTo>
                  <a:pt x="325382" y="441961"/>
                </a:lnTo>
                <a:lnTo>
                  <a:pt x="317422" y="443288"/>
                </a:lnTo>
                <a:lnTo>
                  <a:pt x="309369" y="443802"/>
                </a:lnTo>
                <a:lnTo>
                  <a:pt x="301304" y="443499"/>
                </a:lnTo>
                <a:lnTo>
                  <a:pt x="293312" y="442382"/>
                </a:lnTo>
                <a:lnTo>
                  <a:pt x="285474" y="440462"/>
                </a:lnTo>
                <a:lnTo>
                  <a:pt x="277870" y="437759"/>
                </a:lnTo>
                <a:lnTo>
                  <a:pt x="270579" y="434301"/>
                </a:lnTo>
                <a:lnTo>
                  <a:pt x="263675" y="430122"/>
                </a:lnTo>
                <a:lnTo>
                  <a:pt x="257229" y="425267"/>
                </a:lnTo>
                <a:lnTo>
                  <a:pt x="251307" y="419784"/>
                </a:lnTo>
                <a:lnTo>
                  <a:pt x="245971" y="413731"/>
                </a:lnTo>
                <a:lnTo>
                  <a:pt x="241274" y="407168"/>
                </a:lnTo>
                <a:lnTo>
                  <a:pt x="237266" y="400164"/>
                </a:lnTo>
                <a:lnTo>
                  <a:pt x="233986" y="392791"/>
                </a:lnTo>
                <a:lnTo>
                  <a:pt x="231469" y="385123"/>
                </a:lnTo>
                <a:lnTo>
                  <a:pt x="229741" y="377241"/>
                </a:lnTo>
              </a:path>
            </a:pathLst>
          </a:custGeom>
          <a:noFill/>
          <a:ln w="52388" cap="rnd">
            <a:solidFill>
              <a:srgbClr val="0B233D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919910" y="4179284"/>
            <a:ext cx="2447181" cy="524828"/>
          </a:xfrm>
          <a:prstGeom prst="roundRect">
            <a:avLst>
              <a:gd name="adj" fmla="val 50000"/>
            </a:avLst>
          </a:prstGeom>
          <a:noFill/>
          <a:ln w="28575">
            <a:solidFill>
              <a:srgbClr val="FFFFFF"/>
            </a:solidFill>
          </a:ln>
          <a:effectLst/>
        </p:spPr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2932"/>
              </a:lnSpc>
            </a:pPr>
            <a:r>
              <a:rPr b="0" i="0" sz="2550">
                <a:solidFill>
                  <a:srgbClr val="FFFFFF"/>
                </a:solidFill>
                <a:latin typeface="Poppins Medium"/>
              </a:rPr>
              <a:t>Mind Power</a:t>
            </a:r>
          </a:p>
        </p:txBody>
      </p:sp>
      <p:sp>
        <p:nvSpPr>
          <p:cNvPr id="6" name="Highlight"/>
          <p:cNvSpPr/>
          <p:nvPr/>
        </p:nvSpPr>
        <p:spPr>
          <a:xfrm>
            <a:off x="3526854" y="7493794"/>
            <a:ext cx="3233291" cy="1010412"/>
          </a:xfrm>
          <a:prstGeom prst="roundRect">
            <a:avLst>
              <a:gd name="adj" fmla="val 19607"/>
            </a:avLst>
          </a:prstGeom>
          <a:solidFill>
            <a:srgbClr val="AB222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ks"/>
          <p:cNvSpPr txBox="1"/>
          <p:nvPr/>
        </p:nvSpPr>
        <p:spPr>
          <a:xfrm>
            <a:off x="762000" y="5047012"/>
            <a:ext cx="8763000" cy="350672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9204"/>
              </a:lnSpc>
            </a:pPr>
            <a:r>
              <a:rPr b="0" i="0" sz="7800">
                <a:solidFill>
                  <a:srgbClr val="FFFFFF"/>
                </a:solidFill>
                <a:latin typeface="Poppins ExtraBold"/>
              </a:rPr>
              <a:t>5 Tanda Kamu</a:t>
            </a:r>
            <a:br/>
            <a:r>
              <a:rPr b="0" i="0" sz="7800">
                <a:solidFill>
                  <a:srgbClr val="FFFFFF"/>
                </a:solidFill>
                <a:latin typeface="Poppins ExtraBold"/>
              </a:rPr>
              <a:t>Butuh</a:t>
            </a:r>
            <a:br/>
            <a:r>
              <a:rPr b="0" i="0" sz="7800">
                <a:solidFill>
                  <a:srgbClr val="FFFFFF"/>
                </a:solidFill>
                <a:latin typeface="Poppins ExtraBold"/>
              </a:rPr>
              <a:t> Reset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7750" y="8896636"/>
            <a:ext cx="8191500" cy="1173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4620"/>
              </a:lnSpc>
            </a:pPr>
            <a:r>
              <a:rPr b="0" i="0" sz="3300">
                <a:solidFill>
                  <a:srgbClr val="FFFFFF"/>
                </a:solidFill>
                <a:latin typeface="Poppins Medium"/>
              </a:rPr>
              <a:t>Bukan liburan mahal.</a:t>
            </a:r>
            <a:br/>
            <a:r>
              <a:rPr b="0" i="0" sz="3300">
                <a:solidFill>
                  <a:srgbClr val="FFFFFF"/>
                </a:solidFill>
                <a:latin typeface="Poppins Medium"/>
              </a:rPr>
              <a:t>Cukup istirahat yang bener.</a:t>
            </a:r>
          </a:p>
        </p:txBody>
      </p:sp>
      <p:sp>
        <p:nvSpPr>
          <p:cNvPr id="9" name="Panah next (cincin)"/>
          <p:cNvSpPr/>
          <p:nvPr/>
        </p:nvSpPr>
        <p:spPr>
          <a:xfrm>
            <a:off x="8124825" y="10696575"/>
            <a:ext cx="1123950" cy="1123950"/>
          </a:xfrm>
          <a:prstGeom prst="ellipse">
            <a:avLst/>
          </a:prstGeom>
          <a:noFill/>
          <a:ln w="47625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Panah next"/>
          <p:cNvSpPr/>
          <p:nvPr/>
        </p:nvSpPr>
        <p:spPr>
          <a:xfrm>
            <a:off x="8391525" y="11077575"/>
            <a:ext cx="590550" cy="361950"/>
          </a:xfrm>
          <a:custGeom>
            <a:avLst/>
            <a:gdLst/>
            <a:ahLst/>
            <a:cxnLst/>
            <a:rect l="l" t="t" r="r" b="b"/>
            <a:pathLst>
              <a:path w="590550" h="361950">
                <a:moveTo>
                  <a:pt x="0" y="180975"/>
                </a:moveTo>
                <a:lnTo>
                  <a:pt x="590550" y="180975"/>
                </a:lnTo>
                <a:moveTo>
                  <a:pt x="409575" y="0"/>
                </a:moveTo>
                <a:lnTo>
                  <a:pt x="590550" y="180975"/>
                </a:lnTo>
                <a:lnTo>
                  <a:pt x="409575" y="361950"/>
                </a:lnTo>
              </a:path>
            </a:pathLst>
          </a:custGeom>
          <a:noFill/>
          <a:ln w="47625" cap="rnd">
            <a:solidFill>
              <a:srgbClr val="FFFFFF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3" presetClass="entr" presetSubtype="16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16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1" dur="7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" dur="7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2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9" dur="7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3" dur="7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</p:bld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2713482"/>
            <a:ext cx="8763000" cy="76428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6017"/>
              </a:lnSpc>
            </a:pPr>
            <a:r>
              <a:rPr b="0" i="0" sz="5100">
                <a:solidFill>
                  <a:srgbClr val="FFFFFF"/>
                </a:solidFill>
                <a:latin typeface="Poppins ExtraBold"/>
              </a:rPr>
              <a:t>Pernah ngerasain ini?</a:t>
            </a:r>
          </a:p>
        </p:txBody>
      </p:sp>
      <p:sp>
        <p:nvSpPr>
          <p:cNvPr id="3" name="Baris 1"/>
          <p:cNvSpPr/>
          <p:nvPr/>
        </p:nvSpPr>
        <p:spPr>
          <a:xfrm>
            <a:off x="762000" y="3706368"/>
            <a:ext cx="8763000" cy="1066800"/>
          </a:xfrm>
          <a:prstGeom prst="roundRect">
            <a:avLst>
              <a:gd name="adj" fmla="val 39285"/>
            </a:avLst>
          </a:prstGeom>
          <a:solidFill>
            <a:srgbClr val="FFFFFF">
              <a:alpha val="8000"/>
            </a:srgbClr>
          </a:solidFill>
          <a:ln w="38100">
            <a:solidFill>
              <a:srgbClr val="FFFFFF">
                <a:alpha val="55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Bulatan centang"/>
          <p:cNvSpPr/>
          <p:nvPr/>
        </p:nvSpPr>
        <p:spPr>
          <a:xfrm>
            <a:off x="1085850" y="3877818"/>
            <a:ext cx="723900" cy="723900"/>
          </a:xfrm>
          <a:prstGeom prst="ellipse">
            <a:avLst/>
          </a:prstGeom>
          <a:solidFill>
            <a:srgbClr val="4B7B9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Ikon check"/>
          <p:cNvSpPr/>
          <p:nvPr/>
        </p:nvSpPr>
        <p:spPr>
          <a:xfrm>
            <a:off x="1327150" y="4156821"/>
            <a:ext cx="241300" cy="165894"/>
          </a:xfrm>
          <a:custGeom>
            <a:avLst/>
            <a:gdLst/>
            <a:ahLst/>
            <a:cxnLst/>
            <a:rect l="l" t="t" r="r" b="b"/>
            <a:pathLst>
              <a:path w="241300" h="165894">
                <a:moveTo>
                  <a:pt x="0" y="90488"/>
                </a:moveTo>
                <a:lnTo>
                  <a:pt x="3279" y="93766"/>
                </a:lnTo>
                <a:lnTo>
                  <a:pt x="6557" y="97045"/>
                </a:lnTo>
                <a:lnTo>
                  <a:pt x="9836" y="100323"/>
                </a:lnTo>
                <a:lnTo>
                  <a:pt x="13114" y="103602"/>
                </a:lnTo>
                <a:lnTo>
                  <a:pt x="16393" y="106880"/>
                </a:lnTo>
                <a:lnTo>
                  <a:pt x="19671" y="110159"/>
                </a:lnTo>
                <a:lnTo>
                  <a:pt x="22950" y="113437"/>
                </a:lnTo>
                <a:lnTo>
                  <a:pt x="26228" y="116716"/>
                </a:lnTo>
                <a:lnTo>
                  <a:pt x="29507" y="119994"/>
                </a:lnTo>
                <a:lnTo>
                  <a:pt x="32785" y="123273"/>
                </a:lnTo>
                <a:lnTo>
                  <a:pt x="36064" y="126551"/>
                </a:lnTo>
                <a:lnTo>
                  <a:pt x="39342" y="129830"/>
                </a:lnTo>
                <a:lnTo>
                  <a:pt x="42621" y="133109"/>
                </a:lnTo>
                <a:lnTo>
                  <a:pt x="45899" y="136387"/>
                </a:lnTo>
                <a:lnTo>
                  <a:pt x="49178" y="139666"/>
                </a:lnTo>
                <a:lnTo>
                  <a:pt x="52457" y="142944"/>
                </a:lnTo>
                <a:lnTo>
                  <a:pt x="55735" y="146223"/>
                </a:lnTo>
                <a:lnTo>
                  <a:pt x="59014" y="149501"/>
                </a:lnTo>
                <a:lnTo>
                  <a:pt x="62292" y="152780"/>
                </a:lnTo>
                <a:lnTo>
                  <a:pt x="65571" y="156058"/>
                </a:lnTo>
                <a:lnTo>
                  <a:pt x="68849" y="159337"/>
                </a:lnTo>
                <a:lnTo>
                  <a:pt x="72128" y="162615"/>
                </a:lnTo>
                <a:lnTo>
                  <a:pt x="75406" y="165894"/>
                </a:lnTo>
                <a:lnTo>
                  <a:pt x="75406" y="165894"/>
                </a:lnTo>
                <a:lnTo>
                  <a:pt x="78659" y="162641"/>
                </a:lnTo>
                <a:lnTo>
                  <a:pt x="81912" y="159388"/>
                </a:lnTo>
                <a:lnTo>
                  <a:pt x="85165" y="156135"/>
                </a:lnTo>
                <a:lnTo>
                  <a:pt x="88418" y="152883"/>
                </a:lnTo>
                <a:lnTo>
                  <a:pt x="91670" y="149630"/>
                </a:lnTo>
                <a:lnTo>
                  <a:pt x="94923" y="146377"/>
                </a:lnTo>
                <a:lnTo>
                  <a:pt x="98176" y="143124"/>
                </a:lnTo>
                <a:lnTo>
                  <a:pt x="101429" y="139871"/>
                </a:lnTo>
                <a:lnTo>
                  <a:pt x="104682" y="136619"/>
                </a:lnTo>
                <a:lnTo>
                  <a:pt x="107934" y="133366"/>
                </a:lnTo>
                <a:lnTo>
                  <a:pt x="111187" y="130113"/>
                </a:lnTo>
                <a:lnTo>
                  <a:pt x="114440" y="126860"/>
                </a:lnTo>
                <a:lnTo>
                  <a:pt x="117693" y="123607"/>
                </a:lnTo>
                <a:lnTo>
                  <a:pt x="120946" y="120354"/>
                </a:lnTo>
                <a:lnTo>
                  <a:pt x="124199" y="117102"/>
                </a:lnTo>
                <a:lnTo>
                  <a:pt x="127451" y="113849"/>
                </a:lnTo>
                <a:lnTo>
                  <a:pt x="130704" y="110596"/>
                </a:lnTo>
                <a:lnTo>
                  <a:pt x="133957" y="107343"/>
                </a:lnTo>
                <a:lnTo>
                  <a:pt x="137210" y="104090"/>
                </a:lnTo>
                <a:lnTo>
                  <a:pt x="140463" y="100838"/>
                </a:lnTo>
                <a:lnTo>
                  <a:pt x="143715" y="97585"/>
                </a:lnTo>
                <a:lnTo>
                  <a:pt x="146968" y="94332"/>
                </a:lnTo>
                <a:lnTo>
                  <a:pt x="150221" y="91079"/>
                </a:lnTo>
                <a:lnTo>
                  <a:pt x="153474" y="87826"/>
                </a:lnTo>
                <a:lnTo>
                  <a:pt x="156727" y="84573"/>
                </a:lnTo>
                <a:lnTo>
                  <a:pt x="159980" y="81321"/>
                </a:lnTo>
                <a:lnTo>
                  <a:pt x="163232" y="78068"/>
                </a:lnTo>
                <a:lnTo>
                  <a:pt x="166485" y="74815"/>
                </a:lnTo>
                <a:lnTo>
                  <a:pt x="169738" y="71562"/>
                </a:lnTo>
                <a:lnTo>
                  <a:pt x="172991" y="68309"/>
                </a:lnTo>
                <a:lnTo>
                  <a:pt x="176244" y="65056"/>
                </a:lnTo>
                <a:lnTo>
                  <a:pt x="179496" y="61804"/>
                </a:lnTo>
                <a:lnTo>
                  <a:pt x="182749" y="58551"/>
                </a:lnTo>
                <a:lnTo>
                  <a:pt x="186002" y="55298"/>
                </a:lnTo>
                <a:lnTo>
                  <a:pt x="189255" y="52045"/>
                </a:lnTo>
                <a:lnTo>
                  <a:pt x="192508" y="48792"/>
                </a:lnTo>
                <a:lnTo>
                  <a:pt x="195761" y="45540"/>
                </a:lnTo>
                <a:lnTo>
                  <a:pt x="199013" y="42287"/>
                </a:lnTo>
                <a:lnTo>
                  <a:pt x="202266" y="39034"/>
                </a:lnTo>
                <a:lnTo>
                  <a:pt x="205519" y="35781"/>
                </a:lnTo>
                <a:lnTo>
                  <a:pt x="208772" y="32528"/>
                </a:lnTo>
                <a:lnTo>
                  <a:pt x="212025" y="29275"/>
                </a:lnTo>
                <a:lnTo>
                  <a:pt x="215277" y="26023"/>
                </a:lnTo>
                <a:lnTo>
                  <a:pt x="218530" y="22770"/>
                </a:lnTo>
                <a:lnTo>
                  <a:pt x="221783" y="19517"/>
                </a:lnTo>
                <a:lnTo>
                  <a:pt x="225036" y="16264"/>
                </a:lnTo>
                <a:lnTo>
                  <a:pt x="228289" y="13011"/>
                </a:lnTo>
                <a:lnTo>
                  <a:pt x="231542" y="9759"/>
                </a:lnTo>
                <a:lnTo>
                  <a:pt x="234794" y="6506"/>
                </a:lnTo>
                <a:lnTo>
                  <a:pt x="238047" y="3253"/>
                </a:lnTo>
                <a:lnTo>
                  <a:pt x="241300" y="0"/>
                </a:lnTo>
              </a:path>
            </a:pathLst>
          </a:custGeom>
          <a:noFill/>
          <a:ln w="39211" cap="rnd">
            <a:solidFill>
              <a:srgbClr val="FFFFFF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ks baris"/>
          <p:cNvSpPr txBox="1"/>
          <p:nvPr/>
        </p:nvSpPr>
        <p:spPr>
          <a:xfrm>
            <a:off x="2076450" y="3706368"/>
            <a:ext cx="7124700" cy="10668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3600"/>
              </a:lnSpc>
            </a:pPr>
            <a:r>
              <a:rPr b="0" i="0" sz="3000">
                <a:solidFill>
                  <a:srgbClr val="FFFFFF"/>
                </a:solidFill>
                <a:latin typeface="Poppins Medium"/>
              </a:rPr>
              <a:t>Bangun tidur, tetap capek</a:t>
            </a:r>
          </a:p>
        </p:txBody>
      </p:sp>
      <p:sp>
        <p:nvSpPr>
          <p:cNvPr id="7" name="Baris 2"/>
          <p:cNvSpPr/>
          <p:nvPr/>
        </p:nvSpPr>
        <p:spPr>
          <a:xfrm>
            <a:off x="762000" y="5001768"/>
            <a:ext cx="8763000" cy="1066800"/>
          </a:xfrm>
          <a:prstGeom prst="roundRect">
            <a:avLst>
              <a:gd name="adj" fmla="val 39285"/>
            </a:avLst>
          </a:prstGeom>
          <a:solidFill>
            <a:srgbClr val="FFFFFF">
              <a:alpha val="8000"/>
            </a:srgbClr>
          </a:solidFill>
          <a:ln w="38100">
            <a:solidFill>
              <a:srgbClr val="FFFFFF">
                <a:alpha val="55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Bulatan centang"/>
          <p:cNvSpPr/>
          <p:nvPr/>
        </p:nvSpPr>
        <p:spPr>
          <a:xfrm>
            <a:off x="1085850" y="5173218"/>
            <a:ext cx="723900" cy="723900"/>
          </a:xfrm>
          <a:prstGeom prst="ellipse">
            <a:avLst/>
          </a:prstGeom>
          <a:solidFill>
            <a:srgbClr val="4B7B9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Ikon check"/>
          <p:cNvSpPr/>
          <p:nvPr/>
        </p:nvSpPr>
        <p:spPr>
          <a:xfrm>
            <a:off x="1327150" y="5452221"/>
            <a:ext cx="241300" cy="165894"/>
          </a:xfrm>
          <a:custGeom>
            <a:avLst/>
            <a:gdLst/>
            <a:ahLst/>
            <a:cxnLst/>
            <a:rect l="l" t="t" r="r" b="b"/>
            <a:pathLst>
              <a:path w="241300" h="165894">
                <a:moveTo>
                  <a:pt x="0" y="90488"/>
                </a:moveTo>
                <a:lnTo>
                  <a:pt x="3279" y="93766"/>
                </a:lnTo>
                <a:lnTo>
                  <a:pt x="6557" y="97045"/>
                </a:lnTo>
                <a:lnTo>
                  <a:pt x="9836" y="100323"/>
                </a:lnTo>
                <a:lnTo>
                  <a:pt x="13114" y="103602"/>
                </a:lnTo>
                <a:lnTo>
                  <a:pt x="16393" y="106880"/>
                </a:lnTo>
                <a:lnTo>
                  <a:pt x="19671" y="110159"/>
                </a:lnTo>
                <a:lnTo>
                  <a:pt x="22950" y="113437"/>
                </a:lnTo>
                <a:lnTo>
                  <a:pt x="26228" y="116716"/>
                </a:lnTo>
                <a:lnTo>
                  <a:pt x="29507" y="119994"/>
                </a:lnTo>
                <a:lnTo>
                  <a:pt x="32785" y="123273"/>
                </a:lnTo>
                <a:lnTo>
                  <a:pt x="36064" y="126551"/>
                </a:lnTo>
                <a:lnTo>
                  <a:pt x="39342" y="129830"/>
                </a:lnTo>
                <a:lnTo>
                  <a:pt x="42621" y="133109"/>
                </a:lnTo>
                <a:lnTo>
                  <a:pt x="45899" y="136387"/>
                </a:lnTo>
                <a:lnTo>
                  <a:pt x="49178" y="139666"/>
                </a:lnTo>
                <a:lnTo>
                  <a:pt x="52457" y="142944"/>
                </a:lnTo>
                <a:lnTo>
                  <a:pt x="55735" y="146223"/>
                </a:lnTo>
                <a:lnTo>
                  <a:pt x="59014" y="149501"/>
                </a:lnTo>
                <a:lnTo>
                  <a:pt x="62292" y="152780"/>
                </a:lnTo>
                <a:lnTo>
                  <a:pt x="65571" y="156058"/>
                </a:lnTo>
                <a:lnTo>
                  <a:pt x="68849" y="159337"/>
                </a:lnTo>
                <a:lnTo>
                  <a:pt x="72128" y="162615"/>
                </a:lnTo>
                <a:lnTo>
                  <a:pt x="75406" y="165894"/>
                </a:lnTo>
                <a:lnTo>
                  <a:pt x="75406" y="165894"/>
                </a:lnTo>
                <a:lnTo>
                  <a:pt x="78659" y="162641"/>
                </a:lnTo>
                <a:lnTo>
                  <a:pt x="81912" y="159388"/>
                </a:lnTo>
                <a:lnTo>
                  <a:pt x="85165" y="156135"/>
                </a:lnTo>
                <a:lnTo>
                  <a:pt x="88418" y="152883"/>
                </a:lnTo>
                <a:lnTo>
                  <a:pt x="91670" y="149630"/>
                </a:lnTo>
                <a:lnTo>
                  <a:pt x="94923" y="146377"/>
                </a:lnTo>
                <a:lnTo>
                  <a:pt x="98176" y="143124"/>
                </a:lnTo>
                <a:lnTo>
                  <a:pt x="101429" y="139871"/>
                </a:lnTo>
                <a:lnTo>
                  <a:pt x="104682" y="136619"/>
                </a:lnTo>
                <a:lnTo>
                  <a:pt x="107934" y="133366"/>
                </a:lnTo>
                <a:lnTo>
                  <a:pt x="111187" y="130113"/>
                </a:lnTo>
                <a:lnTo>
                  <a:pt x="114440" y="126860"/>
                </a:lnTo>
                <a:lnTo>
                  <a:pt x="117693" y="123607"/>
                </a:lnTo>
                <a:lnTo>
                  <a:pt x="120946" y="120354"/>
                </a:lnTo>
                <a:lnTo>
                  <a:pt x="124199" y="117102"/>
                </a:lnTo>
                <a:lnTo>
                  <a:pt x="127451" y="113849"/>
                </a:lnTo>
                <a:lnTo>
                  <a:pt x="130704" y="110596"/>
                </a:lnTo>
                <a:lnTo>
                  <a:pt x="133957" y="107343"/>
                </a:lnTo>
                <a:lnTo>
                  <a:pt x="137210" y="104090"/>
                </a:lnTo>
                <a:lnTo>
                  <a:pt x="140463" y="100838"/>
                </a:lnTo>
                <a:lnTo>
                  <a:pt x="143715" y="97585"/>
                </a:lnTo>
                <a:lnTo>
                  <a:pt x="146968" y="94332"/>
                </a:lnTo>
                <a:lnTo>
                  <a:pt x="150221" y="91079"/>
                </a:lnTo>
                <a:lnTo>
                  <a:pt x="153474" y="87826"/>
                </a:lnTo>
                <a:lnTo>
                  <a:pt x="156727" y="84573"/>
                </a:lnTo>
                <a:lnTo>
                  <a:pt x="159980" y="81321"/>
                </a:lnTo>
                <a:lnTo>
                  <a:pt x="163232" y="78068"/>
                </a:lnTo>
                <a:lnTo>
                  <a:pt x="166485" y="74815"/>
                </a:lnTo>
                <a:lnTo>
                  <a:pt x="169738" y="71562"/>
                </a:lnTo>
                <a:lnTo>
                  <a:pt x="172991" y="68309"/>
                </a:lnTo>
                <a:lnTo>
                  <a:pt x="176244" y="65056"/>
                </a:lnTo>
                <a:lnTo>
                  <a:pt x="179496" y="61804"/>
                </a:lnTo>
                <a:lnTo>
                  <a:pt x="182749" y="58551"/>
                </a:lnTo>
                <a:lnTo>
                  <a:pt x="186002" y="55298"/>
                </a:lnTo>
                <a:lnTo>
                  <a:pt x="189255" y="52045"/>
                </a:lnTo>
                <a:lnTo>
                  <a:pt x="192508" y="48792"/>
                </a:lnTo>
                <a:lnTo>
                  <a:pt x="195761" y="45540"/>
                </a:lnTo>
                <a:lnTo>
                  <a:pt x="199013" y="42287"/>
                </a:lnTo>
                <a:lnTo>
                  <a:pt x="202266" y="39034"/>
                </a:lnTo>
                <a:lnTo>
                  <a:pt x="205519" y="35781"/>
                </a:lnTo>
                <a:lnTo>
                  <a:pt x="208772" y="32528"/>
                </a:lnTo>
                <a:lnTo>
                  <a:pt x="212025" y="29275"/>
                </a:lnTo>
                <a:lnTo>
                  <a:pt x="215277" y="26023"/>
                </a:lnTo>
                <a:lnTo>
                  <a:pt x="218530" y="22770"/>
                </a:lnTo>
                <a:lnTo>
                  <a:pt x="221783" y="19517"/>
                </a:lnTo>
                <a:lnTo>
                  <a:pt x="225036" y="16264"/>
                </a:lnTo>
                <a:lnTo>
                  <a:pt x="228289" y="13011"/>
                </a:lnTo>
                <a:lnTo>
                  <a:pt x="231542" y="9759"/>
                </a:lnTo>
                <a:lnTo>
                  <a:pt x="234794" y="6506"/>
                </a:lnTo>
                <a:lnTo>
                  <a:pt x="238047" y="3253"/>
                </a:lnTo>
                <a:lnTo>
                  <a:pt x="241300" y="0"/>
                </a:lnTo>
              </a:path>
            </a:pathLst>
          </a:custGeom>
          <a:noFill/>
          <a:ln w="39211" cap="rnd">
            <a:solidFill>
              <a:srgbClr val="FFFFFF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ks baris"/>
          <p:cNvSpPr txBox="1"/>
          <p:nvPr/>
        </p:nvSpPr>
        <p:spPr>
          <a:xfrm>
            <a:off x="2076450" y="5001768"/>
            <a:ext cx="7124700" cy="10668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3600"/>
              </a:lnSpc>
            </a:pPr>
            <a:r>
              <a:rPr b="0" i="0" sz="3000">
                <a:solidFill>
                  <a:srgbClr val="FFFFFF"/>
                </a:solidFill>
                <a:latin typeface="Poppins Medium"/>
              </a:rPr>
              <a:t>Hal kecil gampang bikin kesel</a:t>
            </a:r>
          </a:p>
        </p:txBody>
      </p:sp>
      <p:sp>
        <p:nvSpPr>
          <p:cNvPr id="11" name="Baris 3"/>
          <p:cNvSpPr/>
          <p:nvPr/>
        </p:nvSpPr>
        <p:spPr>
          <a:xfrm>
            <a:off x="762000" y="6297168"/>
            <a:ext cx="8763000" cy="1066800"/>
          </a:xfrm>
          <a:prstGeom prst="roundRect">
            <a:avLst>
              <a:gd name="adj" fmla="val 39285"/>
            </a:avLst>
          </a:prstGeom>
          <a:solidFill>
            <a:srgbClr val="FFFFFF">
              <a:alpha val="8000"/>
            </a:srgbClr>
          </a:solidFill>
          <a:ln w="38100">
            <a:solidFill>
              <a:srgbClr val="FFFFFF">
                <a:alpha val="55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Bulatan centang"/>
          <p:cNvSpPr/>
          <p:nvPr/>
        </p:nvSpPr>
        <p:spPr>
          <a:xfrm>
            <a:off x="1085850" y="6468618"/>
            <a:ext cx="723900" cy="723900"/>
          </a:xfrm>
          <a:prstGeom prst="ellipse">
            <a:avLst/>
          </a:prstGeom>
          <a:solidFill>
            <a:srgbClr val="4B7B9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Ikon check"/>
          <p:cNvSpPr/>
          <p:nvPr/>
        </p:nvSpPr>
        <p:spPr>
          <a:xfrm>
            <a:off x="1327150" y="6747621"/>
            <a:ext cx="241300" cy="165894"/>
          </a:xfrm>
          <a:custGeom>
            <a:avLst/>
            <a:gdLst/>
            <a:ahLst/>
            <a:cxnLst/>
            <a:rect l="l" t="t" r="r" b="b"/>
            <a:pathLst>
              <a:path w="241300" h="165894">
                <a:moveTo>
                  <a:pt x="0" y="90488"/>
                </a:moveTo>
                <a:lnTo>
                  <a:pt x="3279" y="93766"/>
                </a:lnTo>
                <a:lnTo>
                  <a:pt x="6557" y="97045"/>
                </a:lnTo>
                <a:lnTo>
                  <a:pt x="9836" y="100323"/>
                </a:lnTo>
                <a:lnTo>
                  <a:pt x="13114" y="103602"/>
                </a:lnTo>
                <a:lnTo>
                  <a:pt x="16393" y="106880"/>
                </a:lnTo>
                <a:lnTo>
                  <a:pt x="19671" y="110159"/>
                </a:lnTo>
                <a:lnTo>
                  <a:pt x="22950" y="113437"/>
                </a:lnTo>
                <a:lnTo>
                  <a:pt x="26228" y="116716"/>
                </a:lnTo>
                <a:lnTo>
                  <a:pt x="29507" y="119994"/>
                </a:lnTo>
                <a:lnTo>
                  <a:pt x="32785" y="123273"/>
                </a:lnTo>
                <a:lnTo>
                  <a:pt x="36064" y="126551"/>
                </a:lnTo>
                <a:lnTo>
                  <a:pt x="39342" y="129830"/>
                </a:lnTo>
                <a:lnTo>
                  <a:pt x="42621" y="133109"/>
                </a:lnTo>
                <a:lnTo>
                  <a:pt x="45899" y="136387"/>
                </a:lnTo>
                <a:lnTo>
                  <a:pt x="49178" y="139666"/>
                </a:lnTo>
                <a:lnTo>
                  <a:pt x="52457" y="142944"/>
                </a:lnTo>
                <a:lnTo>
                  <a:pt x="55735" y="146223"/>
                </a:lnTo>
                <a:lnTo>
                  <a:pt x="59014" y="149501"/>
                </a:lnTo>
                <a:lnTo>
                  <a:pt x="62292" y="152780"/>
                </a:lnTo>
                <a:lnTo>
                  <a:pt x="65571" y="156058"/>
                </a:lnTo>
                <a:lnTo>
                  <a:pt x="68849" y="159337"/>
                </a:lnTo>
                <a:lnTo>
                  <a:pt x="72128" y="162615"/>
                </a:lnTo>
                <a:lnTo>
                  <a:pt x="75406" y="165894"/>
                </a:lnTo>
                <a:lnTo>
                  <a:pt x="75406" y="165894"/>
                </a:lnTo>
                <a:lnTo>
                  <a:pt x="78659" y="162641"/>
                </a:lnTo>
                <a:lnTo>
                  <a:pt x="81912" y="159388"/>
                </a:lnTo>
                <a:lnTo>
                  <a:pt x="85165" y="156135"/>
                </a:lnTo>
                <a:lnTo>
                  <a:pt x="88418" y="152883"/>
                </a:lnTo>
                <a:lnTo>
                  <a:pt x="91670" y="149630"/>
                </a:lnTo>
                <a:lnTo>
                  <a:pt x="94923" y="146377"/>
                </a:lnTo>
                <a:lnTo>
                  <a:pt x="98176" y="143124"/>
                </a:lnTo>
                <a:lnTo>
                  <a:pt x="101429" y="139871"/>
                </a:lnTo>
                <a:lnTo>
                  <a:pt x="104682" y="136619"/>
                </a:lnTo>
                <a:lnTo>
                  <a:pt x="107934" y="133366"/>
                </a:lnTo>
                <a:lnTo>
                  <a:pt x="111187" y="130113"/>
                </a:lnTo>
                <a:lnTo>
                  <a:pt x="114440" y="126860"/>
                </a:lnTo>
                <a:lnTo>
                  <a:pt x="117693" y="123607"/>
                </a:lnTo>
                <a:lnTo>
                  <a:pt x="120946" y="120354"/>
                </a:lnTo>
                <a:lnTo>
                  <a:pt x="124199" y="117102"/>
                </a:lnTo>
                <a:lnTo>
                  <a:pt x="127451" y="113849"/>
                </a:lnTo>
                <a:lnTo>
                  <a:pt x="130704" y="110596"/>
                </a:lnTo>
                <a:lnTo>
                  <a:pt x="133957" y="107343"/>
                </a:lnTo>
                <a:lnTo>
                  <a:pt x="137210" y="104090"/>
                </a:lnTo>
                <a:lnTo>
                  <a:pt x="140463" y="100838"/>
                </a:lnTo>
                <a:lnTo>
                  <a:pt x="143715" y="97585"/>
                </a:lnTo>
                <a:lnTo>
                  <a:pt x="146968" y="94332"/>
                </a:lnTo>
                <a:lnTo>
                  <a:pt x="150221" y="91079"/>
                </a:lnTo>
                <a:lnTo>
                  <a:pt x="153474" y="87826"/>
                </a:lnTo>
                <a:lnTo>
                  <a:pt x="156727" y="84573"/>
                </a:lnTo>
                <a:lnTo>
                  <a:pt x="159980" y="81321"/>
                </a:lnTo>
                <a:lnTo>
                  <a:pt x="163232" y="78068"/>
                </a:lnTo>
                <a:lnTo>
                  <a:pt x="166485" y="74815"/>
                </a:lnTo>
                <a:lnTo>
                  <a:pt x="169738" y="71562"/>
                </a:lnTo>
                <a:lnTo>
                  <a:pt x="172991" y="68309"/>
                </a:lnTo>
                <a:lnTo>
                  <a:pt x="176244" y="65056"/>
                </a:lnTo>
                <a:lnTo>
                  <a:pt x="179496" y="61804"/>
                </a:lnTo>
                <a:lnTo>
                  <a:pt x="182749" y="58551"/>
                </a:lnTo>
                <a:lnTo>
                  <a:pt x="186002" y="55298"/>
                </a:lnTo>
                <a:lnTo>
                  <a:pt x="189255" y="52045"/>
                </a:lnTo>
                <a:lnTo>
                  <a:pt x="192508" y="48792"/>
                </a:lnTo>
                <a:lnTo>
                  <a:pt x="195761" y="45540"/>
                </a:lnTo>
                <a:lnTo>
                  <a:pt x="199013" y="42287"/>
                </a:lnTo>
                <a:lnTo>
                  <a:pt x="202266" y="39034"/>
                </a:lnTo>
                <a:lnTo>
                  <a:pt x="205519" y="35781"/>
                </a:lnTo>
                <a:lnTo>
                  <a:pt x="208772" y="32528"/>
                </a:lnTo>
                <a:lnTo>
                  <a:pt x="212025" y="29275"/>
                </a:lnTo>
                <a:lnTo>
                  <a:pt x="215277" y="26023"/>
                </a:lnTo>
                <a:lnTo>
                  <a:pt x="218530" y="22770"/>
                </a:lnTo>
                <a:lnTo>
                  <a:pt x="221783" y="19517"/>
                </a:lnTo>
                <a:lnTo>
                  <a:pt x="225036" y="16264"/>
                </a:lnTo>
                <a:lnTo>
                  <a:pt x="228289" y="13011"/>
                </a:lnTo>
                <a:lnTo>
                  <a:pt x="231542" y="9759"/>
                </a:lnTo>
                <a:lnTo>
                  <a:pt x="234794" y="6506"/>
                </a:lnTo>
                <a:lnTo>
                  <a:pt x="238047" y="3253"/>
                </a:lnTo>
                <a:lnTo>
                  <a:pt x="241300" y="0"/>
                </a:lnTo>
              </a:path>
            </a:pathLst>
          </a:custGeom>
          <a:noFill/>
          <a:ln w="39211" cap="rnd">
            <a:solidFill>
              <a:srgbClr val="FFFFFF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ks baris"/>
          <p:cNvSpPr txBox="1"/>
          <p:nvPr/>
        </p:nvSpPr>
        <p:spPr>
          <a:xfrm>
            <a:off x="2076450" y="6297168"/>
            <a:ext cx="7124700" cy="10668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3600"/>
              </a:lnSpc>
            </a:pPr>
            <a:r>
              <a:rPr b="0" i="0" sz="3000">
                <a:solidFill>
                  <a:srgbClr val="FFFFFF"/>
                </a:solidFill>
                <a:latin typeface="Poppins Medium"/>
              </a:rPr>
              <a:t>Fokus buyar, scroll HP tanpa sadar</a:t>
            </a:r>
          </a:p>
        </p:txBody>
      </p:sp>
      <p:sp>
        <p:nvSpPr>
          <p:cNvPr id="15" name="Baris 4"/>
          <p:cNvSpPr/>
          <p:nvPr/>
        </p:nvSpPr>
        <p:spPr>
          <a:xfrm>
            <a:off x="762000" y="7592568"/>
            <a:ext cx="8763000" cy="1066800"/>
          </a:xfrm>
          <a:prstGeom prst="roundRect">
            <a:avLst>
              <a:gd name="adj" fmla="val 39285"/>
            </a:avLst>
          </a:prstGeom>
          <a:solidFill>
            <a:srgbClr val="FFFFFF">
              <a:alpha val="8000"/>
            </a:srgbClr>
          </a:solidFill>
          <a:ln w="38100">
            <a:solidFill>
              <a:srgbClr val="FFFFFF">
                <a:alpha val="55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Bulatan centang"/>
          <p:cNvSpPr/>
          <p:nvPr/>
        </p:nvSpPr>
        <p:spPr>
          <a:xfrm>
            <a:off x="1085850" y="7764018"/>
            <a:ext cx="723900" cy="723900"/>
          </a:xfrm>
          <a:prstGeom prst="ellipse">
            <a:avLst/>
          </a:prstGeom>
          <a:solidFill>
            <a:srgbClr val="4B7B9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Ikon check"/>
          <p:cNvSpPr/>
          <p:nvPr/>
        </p:nvSpPr>
        <p:spPr>
          <a:xfrm>
            <a:off x="1327150" y="8043021"/>
            <a:ext cx="241300" cy="165894"/>
          </a:xfrm>
          <a:custGeom>
            <a:avLst/>
            <a:gdLst/>
            <a:ahLst/>
            <a:cxnLst/>
            <a:rect l="l" t="t" r="r" b="b"/>
            <a:pathLst>
              <a:path w="241300" h="165894">
                <a:moveTo>
                  <a:pt x="0" y="90488"/>
                </a:moveTo>
                <a:lnTo>
                  <a:pt x="3279" y="93766"/>
                </a:lnTo>
                <a:lnTo>
                  <a:pt x="6557" y="97045"/>
                </a:lnTo>
                <a:lnTo>
                  <a:pt x="9836" y="100323"/>
                </a:lnTo>
                <a:lnTo>
                  <a:pt x="13114" y="103602"/>
                </a:lnTo>
                <a:lnTo>
                  <a:pt x="16393" y="106880"/>
                </a:lnTo>
                <a:lnTo>
                  <a:pt x="19671" y="110159"/>
                </a:lnTo>
                <a:lnTo>
                  <a:pt x="22950" y="113437"/>
                </a:lnTo>
                <a:lnTo>
                  <a:pt x="26228" y="116716"/>
                </a:lnTo>
                <a:lnTo>
                  <a:pt x="29507" y="119994"/>
                </a:lnTo>
                <a:lnTo>
                  <a:pt x="32785" y="123273"/>
                </a:lnTo>
                <a:lnTo>
                  <a:pt x="36064" y="126551"/>
                </a:lnTo>
                <a:lnTo>
                  <a:pt x="39342" y="129830"/>
                </a:lnTo>
                <a:lnTo>
                  <a:pt x="42621" y="133109"/>
                </a:lnTo>
                <a:lnTo>
                  <a:pt x="45899" y="136387"/>
                </a:lnTo>
                <a:lnTo>
                  <a:pt x="49178" y="139666"/>
                </a:lnTo>
                <a:lnTo>
                  <a:pt x="52457" y="142944"/>
                </a:lnTo>
                <a:lnTo>
                  <a:pt x="55735" y="146223"/>
                </a:lnTo>
                <a:lnTo>
                  <a:pt x="59014" y="149501"/>
                </a:lnTo>
                <a:lnTo>
                  <a:pt x="62292" y="152780"/>
                </a:lnTo>
                <a:lnTo>
                  <a:pt x="65571" y="156058"/>
                </a:lnTo>
                <a:lnTo>
                  <a:pt x="68849" y="159337"/>
                </a:lnTo>
                <a:lnTo>
                  <a:pt x="72128" y="162615"/>
                </a:lnTo>
                <a:lnTo>
                  <a:pt x="75406" y="165894"/>
                </a:lnTo>
                <a:lnTo>
                  <a:pt x="75406" y="165894"/>
                </a:lnTo>
                <a:lnTo>
                  <a:pt x="78659" y="162641"/>
                </a:lnTo>
                <a:lnTo>
                  <a:pt x="81912" y="159388"/>
                </a:lnTo>
                <a:lnTo>
                  <a:pt x="85165" y="156135"/>
                </a:lnTo>
                <a:lnTo>
                  <a:pt x="88418" y="152883"/>
                </a:lnTo>
                <a:lnTo>
                  <a:pt x="91670" y="149630"/>
                </a:lnTo>
                <a:lnTo>
                  <a:pt x="94923" y="146377"/>
                </a:lnTo>
                <a:lnTo>
                  <a:pt x="98176" y="143124"/>
                </a:lnTo>
                <a:lnTo>
                  <a:pt x="101429" y="139871"/>
                </a:lnTo>
                <a:lnTo>
                  <a:pt x="104682" y="136619"/>
                </a:lnTo>
                <a:lnTo>
                  <a:pt x="107934" y="133366"/>
                </a:lnTo>
                <a:lnTo>
                  <a:pt x="111187" y="130113"/>
                </a:lnTo>
                <a:lnTo>
                  <a:pt x="114440" y="126860"/>
                </a:lnTo>
                <a:lnTo>
                  <a:pt x="117693" y="123607"/>
                </a:lnTo>
                <a:lnTo>
                  <a:pt x="120946" y="120354"/>
                </a:lnTo>
                <a:lnTo>
                  <a:pt x="124199" y="117102"/>
                </a:lnTo>
                <a:lnTo>
                  <a:pt x="127451" y="113849"/>
                </a:lnTo>
                <a:lnTo>
                  <a:pt x="130704" y="110596"/>
                </a:lnTo>
                <a:lnTo>
                  <a:pt x="133957" y="107343"/>
                </a:lnTo>
                <a:lnTo>
                  <a:pt x="137210" y="104090"/>
                </a:lnTo>
                <a:lnTo>
                  <a:pt x="140463" y="100838"/>
                </a:lnTo>
                <a:lnTo>
                  <a:pt x="143715" y="97585"/>
                </a:lnTo>
                <a:lnTo>
                  <a:pt x="146968" y="94332"/>
                </a:lnTo>
                <a:lnTo>
                  <a:pt x="150221" y="91079"/>
                </a:lnTo>
                <a:lnTo>
                  <a:pt x="153474" y="87826"/>
                </a:lnTo>
                <a:lnTo>
                  <a:pt x="156727" y="84573"/>
                </a:lnTo>
                <a:lnTo>
                  <a:pt x="159980" y="81321"/>
                </a:lnTo>
                <a:lnTo>
                  <a:pt x="163232" y="78068"/>
                </a:lnTo>
                <a:lnTo>
                  <a:pt x="166485" y="74815"/>
                </a:lnTo>
                <a:lnTo>
                  <a:pt x="169738" y="71562"/>
                </a:lnTo>
                <a:lnTo>
                  <a:pt x="172991" y="68309"/>
                </a:lnTo>
                <a:lnTo>
                  <a:pt x="176244" y="65056"/>
                </a:lnTo>
                <a:lnTo>
                  <a:pt x="179496" y="61804"/>
                </a:lnTo>
                <a:lnTo>
                  <a:pt x="182749" y="58551"/>
                </a:lnTo>
                <a:lnTo>
                  <a:pt x="186002" y="55298"/>
                </a:lnTo>
                <a:lnTo>
                  <a:pt x="189255" y="52045"/>
                </a:lnTo>
                <a:lnTo>
                  <a:pt x="192508" y="48792"/>
                </a:lnTo>
                <a:lnTo>
                  <a:pt x="195761" y="45540"/>
                </a:lnTo>
                <a:lnTo>
                  <a:pt x="199013" y="42287"/>
                </a:lnTo>
                <a:lnTo>
                  <a:pt x="202266" y="39034"/>
                </a:lnTo>
                <a:lnTo>
                  <a:pt x="205519" y="35781"/>
                </a:lnTo>
                <a:lnTo>
                  <a:pt x="208772" y="32528"/>
                </a:lnTo>
                <a:lnTo>
                  <a:pt x="212025" y="29275"/>
                </a:lnTo>
                <a:lnTo>
                  <a:pt x="215277" y="26023"/>
                </a:lnTo>
                <a:lnTo>
                  <a:pt x="218530" y="22770"/>
                </a:lnTo>
                <a:lnTo>
                  <a:pt x="221783" y="19517"/>
                </a:lnTo>
                <a:lnTo>
                  <a:pt x="225036" y="16264"/>
                </a:lnTo>
                <a:lnTo>
                  <a:pt x="228289" y="13011"/>
                </a:lnTo>
                <a:lnTo>
                  <a:pt x="231542" y="9759"/>
                </a:lnTo>
                <a:lnTo>
                  <a:pt x="234794" y="6506"/>
                </a:lnTo>
                <a:lnTo>
                  <a:pt x="238047" y="3253"/>
                </a:lnTo>
                <a:lnTo>
                  <a:pt x="241300" y="0"/>
                </a:lnTo>
              </a:path>
            </a:pathLst>
          </a:custGeom>
          <a:noFill/>
          <a:ln w="39211" cap="rnd">
            <a:solidFill>
              <a:srgbClr val="FFFFFF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ks baris"/>
          <p:cNvSpPr txBox="1"/>
          <p:nvPr/>
        </p:nvSpPr>
        <p:spPr>
          <a:xfrm>
            <a:off x="2076450" y="7592568"/>
            <a:ext cx="7124700" cy="10668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3600"/>
              </a:lnSpc>
            </a:pPr>
            <a:r>
              <a:rPr b="0" i="0" sz="3000">
                <a:solidFill>
                  <a:srgbClr val="FFFFFF"/>
                </a:solidFill>
                <a:latin typeface="Poppins Medium"/>
              </a:rPr>
              <a:t>Males, padahal biasanya semangat</a:t>
            </a:r>
          </a:p>
        </p:txBody>
      </p:sp>
      <p:sp>
        <p:nvSpPr>
          <p:cNvPr id="19" name="Baris 5"/>
          <p:cNvSpPr/>
          <p:nvPr/>
        </p:nvSpPr>
        <p:spPr>
          <a:xfrm>
            <a:off x="762000" y="8887968"/>
            <a:ext cx="8763000" cy="1066800"/>
          </a:xfrm>
          <a:prstGeom prst="roundRect">
            <a:avLst>
              <a:gd name="adj" fmla="val 39285"/>
            </a:avLst>
          </a:prstGeom>
          <a:solidFill>
            <a:srgbClr val="FFFFFF">
              <a:alpha val="8000"/>
            </a:srgbClr>
          </a:solidFill>
          <a:ln w="38100">
            <a:solidFill>
              <a:srgbClr val="FFFFFF">
                <a:alpha val="55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Bulatan centang"/>
          <p:cNvSpPr/>
          <p:nvPr/>
        </p:nvSpPr>
        <p:spPr>
          <a:xfrm>
            <a:off x="1085850" y="9059418"/>
            <a:ext cx="723900" cy="723900"/>
          </a:xfrm>
          <a:prstGeom prst="ellipse">
            <a:avLst/>
          </a:prstGeom>
          <a:solidFill>
            <a:srgbClr val="4B7B9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Ikon check"/>
          <p:cNvSpPr/>
          <p:nvPr/>
        </p:nvSpPr>
        <p:spPr>
          <a:xfrm>
            <a:off x="1327150" y="9338421"/>
            <a:ext cx="241300" cy="165894"/>
          </a:xfrm>
          <a:custGeom>
            <a:avLst/>
            <a:gdLst/>
            <a:ahLst/>
            <a:cxnLst/>
            <a:rect l="l" t="t" r="r" b="b"/>
            <a:pathLst>
              <a:path w="241300" h="165894">
                <a:moveTo>
                  <a:pt x="0" y="90488"/>
                </a:moveTo>
                <a:lnTo>
                  <a:pt x="3279" y="93766"/>
                </a:lnTo>
                <a:lnTo>
                  <a:pt x="6557" y="97045"/>
                </a:lnTo>
                <a:lnTo>
                  <a:pt x="9836" y="100323"/>
                </a:lnTo>
                <a:lnTo>
                  <a:pt x="13114" y="103602"/>
                </a:lnTo>
                <a:lnTo>
                  <a:pt x="16393" y="106880"/>
                </a:lnTo>
                <a:lnTo>
                  <a:pt x="19671" y="110159"/>
                </a:lnTo>
                <a:lnTo>
                  <a:pt x="22950" y="113437"/>
                </a:lnTo>
                <a:lnTo>
                  <a:pt x="26228" y="116716"/>
                </a:lnTo>
                <a:lnTo>
                  <a:pt x="29507" y="119994"/>
                </a:lnTo>
                <a:lnTo>
                  <a:pt x="32785" y="123273"/>
                </a:lnTo>
                <a:lnTo>
                  <a:pt x="36064" y="126551"/>
                </a:lnTo>
                <a:lnTo>
                  <a:pt x="39342" y="129830"/>
                </a:lnTo>
                <a:lnTo>
                  <a:pt x="42621" y="133109"/>
                </a:lnTo>
                <a:lnTo>
                  <a:pt x="45899" y="136387"/>
                </a:lnTo>
                <a:lnTo>
                  <a:pt x="49178" y="139666"/>
                </a:lnTo>
                <a:lnTo>
                  <a:pt x="52457" y="142944"/>
                </a:lnTo>
                <a:lnTo>
                  <a:pt x="55735" y="146223"/>
                </a:lnTo>
                <a:lnTo>
                  <a:pt x="59014" y="149501"/>
                </a:lnTo>
                <a:lnTo>
                  <a:pt x="62292" y="152780"/>
                </a:lnTo>
                <a:lnTo>
                  <a:pt x="65571" y="156058"/>
                </a:lnTo>
                <a:lnTo>
                  <a:pt x="68849" y="159337"/>
                </a:lnTo>
                <a:lnTo>
                  <a:pt x="72128" y="162615"/>
                </a:lnTo>
                <a:lnTo>
                  <a:pt x="75406" y="165894"/>
                </a:lnTo>
                <a:lnTo>
                  <a:pt x="75406" y="165894"/>
                </a:lnTo>
                <a:lnTo>
                  <a:pt x="78659" y="162641"/>
                </a:lnTo>
                <a:lnTo>
                  <a:pt x="81912" y="159388"/>
                </a:lnTo>
                <a:lnTo>
                  <a:pt x="85165" y="156135"/>
                </a:lnTo>
                <a:lnTo>
                  <a:pt x="88418" y="152883"/>
                </a:lnTo>
                <a:lnTo>
                  <a:pt x="91670" y="149630"/>
                </a:lnTo>
                <a:lnTo>
                  <a:pt x="94923" y="146377"/>
                </a:lnTo>
                <a:lnTo>
                  <a:pt x="98176" y="143124"/>
                </a:lnTo>
                <a:lnTo>
                  <a:pt x="101429" y="139871"/>
                </a:lnTo>
                <a:lnTo>
                  <a:pt x="104682" y="136619"/>
                </a:lnTo>
                <a:lnTo>
                  <a:pt x="107934" y="133366"/>
                </a:lnTo>
                <a:lnTo>
                  <a:pt x="111187" y="130113"/>
                </a:lnTo>
                <a:lnTo>
                  <a:pt x="114440" y="126860"/>
                </a:lnTo>
                <a:lnTo>
                  <a:pt x="117693" y="123607"/>
                </a:lnTo>
                <a:lnTo>
                  <a:pt x="120946" y="120354"/>
                </a:lnTo>
                <a:lnTo>
                  <a:pt x="124199" y="117102"/>
                </a:lnTo>
                <a:lnTo>
                  <a:pt x="127451" y="113849"/>
                </a:lnTo>
                <a:lnTo>
                  <a:pt x="130704" y="110596"/>
                </a:lnTo>
                <a:lnTo>
                  <a:pt x="133957" y="107343"/>
                </a:lnTo>
                <a:lnTo>
                  <a:pt x="137210" y="104090"/>
                </a:lnTo>
                <a:lnTo>
                  <a:pt x="140463" y="100838"/>
                </a:lnTo>
                <a:lnTo>
                  <a:pt x="143715" y="97585"/>
                </a:lnTo>
                <a:lnTo>
                  <a:pt x="146968" y="94332"/>
                </a:lnTo>
                <a:lnTo>
                  <a:pt x="150221" y="91079"/>
                </a:lnTo>
                <a:lnTo>
                  <a:pt x="153474" y="87826"/>
                </a:lnTo>
                <a:lnTo>
                  <a:pt x="156727" y="84573"/>
                </a:lnTo>
                <a:lnTo>
                  <a:pt x="159980" y="81321"/>
                </a:lnTo>
                <a:lnTo>
                  <a:pt x="163232" y="78068"/>
                </a:lnTo>
                <a:lnTo>
                  <a:pt x="166485" y="74815"/>
                </a:lnTo>
                <a:lnTo>
                  <a:pt x="169738" y="71562"/>
                </a:lnTo>
                <a:lnTo>
                  <a:pt x="172991" y="68309"/>
                </a:lnTo>
                <a:lnTo>
                  <a:pt x="176244" y="65056"/>
                </a:lnTo>
                <a:lnTo>
                  <a:pt x="179496" y="61804"/>
                </a:lnTo>
                <a:lnTo>
                  <a:pt x="182749" y="58551"/>
                </a:lnTo>
                <a:lnTo>
                  <a:pt x="186002" y="55298"/>
                </a:lnTo>
                <a:lnTo>
                  <a:pt x="189255" y="52045"/>
                </a:lnTo>
                <a:lnTo>
                  <a:pt x="192508" y="48792"/>
                </a:lnTo>
                <a:lnTo>
                  <a:pt x="195761" y="45540"/>
                </a:lnTo>
                <a:lnTo>
                  <a:pt x="199013" y="42287"/>
                </a:lnTo>
                <a:lnTo>
                  <a:pt x="202266" y="39034"/>
                </a:lnTo>
                <a:lnTo>
                  <a:pt x="205519" y="35781"/>
                </a:lnTo>
                <a:lnTo>
                  <a:pt x="208772" y="32528"/>
                </a:lnTo>
                <a:lnTo>
                  <a:pt x="212025" y="29275"/>
                </a:lnTo>
                <a:lnTo>
                  <a:pt x="215277" y="26023"/>
                </a:lnTo>
                <a:lnTo>
                  <a:pt x="218530" y="22770"/>
                </a:lnTo>
                <a:lnTo>
                  <a:pt x="221783" y="19517"/>
                </a:lnTo>
                <a:lnTo>
                  <a:pt x="225036" y="16264"/>
                </a:lnTo>
                <a:lnTo>
                  <a:pt x="228289" y="13011"/>
                </a:lnTo>
                <a:lnTo>
                  <a:pt x="231542" y="9759"/>
                </a:lnTo>
                <a:lnTo>
                  <a:pt x="234794" y="6506"/>
                </a:lnTo>
                <a:lnTo>
                  <a:pt x="238047" y="3253"/>
                </a:lnTo>
                <a:lnTo>
                  <a:pt x="241300" y="0"/>
                </a:lnTo>
              </a:path>
            </a:pathLst>
          </a:custGeom>
          <a:noFill/>
          <a:ln w="39211" cap="rnd">
            <a:solidFill>
              <a:srgbClr val="FFFFFF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ks baris"/>
          <p:cNvSpPr txBox="1"/>
          <p:nvPr/>
        </p:nvSpPr>
        <p:spPr>
          <a:xfrm>
            <a:off x="2076450" y="8887968"/>
            <a:ext cx="7124700" cy="10668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3600"/>
              </a:lnSpc>
            </a:pPr>
            <a:r>
              <a:rPr b="0" i="0" sz="3000">
                <a:solidFill>
                  <a:srgbClr val="FFFFFF"/>
                </a:solidFill>
                <a:latin typeface="Poppins Medium"/>
              </a:rPr>
              <a:t>Tidur lama, tapi gak terasa pulih</a:t>
            </a:r>
          </a:p>
        </p:txBody>
      </p:sp>
      <p:sp>
        <p:nvSpPr>
          <p:cNvPr id="23" name="Panah next (cincin)"/>
          <p:cNvSpPr/>
          <p:nvPr/>
        </p:nvSpPr>
        <p:spPr>
          <a:xfrm>
            <a:off x="8124825" y="10696575"/>
            <a:ext cx="1123950" cy="1123950"/>
          </a:xfrm>
          <a:prstGeom prst="ellipse">
            <a:avLst/>
          </a:prstGeom>
          <a:noFill/>
          <a:ln w="47625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Panah next"/>
          <p:cNvSpPr/>
          <p:nvPr/>
        </p:nvSpPr>
        <p:spPr>
          <a:xfrm>
            <a:off x="8391525" y="11077575"/>
            <a:ext cx="590550" cy="361950"/>
          </a:xfrm>
          <a:custGeom>
            <a:avLst/>
            <a:gdLst/>
            <a:ahLst/>
            <a:cxnLst/>
            <a:rect l="l" t="t" r="r" b="b"/>
            <a:pathLst>
              <a:path w="590550" h="361950">
                <a:moveTo>
                  <a:pt x="0" y="180975"/>
                </a:moveTo>
                <a:lnTo>
                  <a:pt x="590550" y="180975"/>
                </a:lnTo>
                <a:moveTo>
                  <a:pt x="409575" y="0"/>
                </a:moveTo>
                <a:lnTo>
                  <a:pt x="590550" y="180975"/>
                </a:lnTo>
                <a:lnTo>
                  <a:pt x="409575" y="361950"/>
                </a:lnTo>
              </a:path>
            </a:pathLst>
          </a:custGeom>
          <a:noFill/>
          <a:ln w="47625" cap="rnd">
            <a:solidFill>
              <a:srgbClr val="FFFFFF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7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7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7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" presetClass="entr" presetSubtype="8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7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" presetClass="entr" presetSubtype="8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7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" presetClass="entr" presetSubtype="8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7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8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7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" presetClass="entr" presetSubtype="8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7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" presetClass="entr" presetSubtype="8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7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" presetClass="entr" presetSubtype="8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7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" presetClass="entr" presetSubtype="8" fill="hold" grpId="0" nodeType="with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7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" presetClass="entr" presetSubtype="8" fill="hold" grpId="0" nodeType="with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7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7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" presetClass="entr" presetSubtype="8" fill="hold" grpId="0" nodeType="with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7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7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8" fill="hold" grpId="0" nodeType="with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7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7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" presetClass="entr" presetSubtype="8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7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7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" presetClass="entr" presetSubtype="8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7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7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" presetClass="entr" presetSubtype="8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7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7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" presetClass="entr" presetSubtype="8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7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7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2" presetClass="entr" presetSubtype="8" fill="hold" grpId="0" nodeType="withEffect">
                                  <p:stCondLst>
                                    <p:cond delay="135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7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7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" presetClass="entr" presetSubtype="8" fill="hold" grpId="0" nodeType="withEffect">
                                  <p:stCondLst>
                                    <p:cond delay="135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7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" dur="7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2" presetClass="entr" presetSubtype="8" fill="hold" grpId="0" nodeType="withEffect">
                                  <p:stCondLst>
                                    <p:cond delay="135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7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4" dur="7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2" presetClass="entr" presetSubtype="8" fill="hold" grpId="0" nodeType="withEffect">
                                  <p:stCondLst>
                                    <p:cond delay="135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7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8" dur="7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2746058"/>
            <a:ext cx="8763000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5759"/>
              </a:lnSpc>
            </a:pPr>
            <a:r>
              <a:rPr b="1" i="0" sz="4800">
                <a:solidFill>
                  <a:srgbClr val="FFFFFF"/>
                </a:solidFill>
                <a:latin typeface="Poppins"/>
              </a:rPr>
              <a:t>Reset itu gak harus mahal</a:t>
            </a:r>
          </a:p>
        </p:txBody>
      </p:sp>
      <p:sp>
        <p:nvSpPr>
          <p:cNvPr id="3" name="Kartu"/>
          <p:cNvSpPr/>
          <p:nvPr/>
        </p:nvSpPr>
        <p:spPr>
          <a:xfrm>
            <a:off x="762000" y="3820478"/>
            <a:ext cx="4248150" cy="4981575"/>
          </a:xfrm>
          <a:prstGeom prst="roundRect">
            <a:avLst>
              <a:gd name="adj" fmla="val 14349"/>
            </a:avLst>
          </a:prstGeom>
          <a:solidFill>
            <a:srgbClr val="FFFFFF">
              <a:alpha val="8000"/>
            </a:srgbClr>
          </a:solidFill>
          <a:ln w="38100">
            <a:solidFill>
              <a:srgbClr val="FFFFFF">
                <a:alpha val="55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181100" y="4239578"/>
            <a:ext cx="2534096" cy="546735"/>
          </a:xfrm>
          <a:prstGeom prst="roundRect">
            <a:avLst>
              <a:gd name="adj" fmla="val 41811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3104"/>
              </a:lnSpc>
            </a:pPr>
            <a:r>
              <a:rPr b="1" i="0" sz="2700">
                <a:solidFill>
                  <a:srgbClr val="0B233D"/>
                </a:solidFill>
                <a:latin typeface="Poppins"/>
              </a:rPr>
              <a:t>Dikira perlu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1100" y="5033962"/>
            <a:ext cx="3409950" cy="1463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5759"/>
              </a:lnSpc>
            </a:pPr>
            <a:r>
              <a:rPr b="1" i="0" sz="4800">
                <a:solidFill>
                  <a:srgbClr val="FFFFFF"/>
                </a:solidFill>
                <a:latin typeface="Poppins"/>
              </a:rPr>
              <a:t>Liburan mahal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1100" y="6744652"/>
            <a:ext cx="3409950" cy="9067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569"/>
              </a:lnSpc>
            </a:pPr>
            <a:r>
              <a:rPr b="0" i="0" sz="2550">
                <a:solidFill>
                  <a:srgbClr val="FFFFFF"/>
                </a:solidFill>
                <a:latin typeface="Poppins Medium"/>
              </a:rPr>
              <a:t>Seru, tapi capeknya sering ikut pulang.</a:t>
            </a:r>
          </a:p>
        </p:txBody>
      </p:sp>
      <p:sp>
        <p:nvSpPr>
          <p:cNvPr id="7" name="Kartu"/>
          <p:cNvSpPr/>
          <p:nvPr/>
        </p:nvSpPr>
        <p:spPr>
          <a:xfrm>
            <a:off x="5276850" y="3820478"/>
            <a:ext cx="4248150" cy="4981575"/>
          </a:xfrm>
          <a:prstGeom prst="roundRect">
            <a:avLst>
              <a:gd name="adj" fmla="val 14349"/>
            </a:avLst>
          </a:prstGeom>
          <a:solidFill>
            <a:srgbClr val="4B7B98">
              <a:alpha val="45000"/>
            </a:srgbClr>
          </a:solidFill>
          <a:ln w="38100">
            <a:solidFill>
              <a:srgbClr val="FFFFFF">
                <a:alpha val="55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695950" y="4239578"/>
            <a:ext cx="2816275" cy="546735"/>
          </a:xfrm>
          <a:prstGeom prst="roundRect">
            <a:avLst>
              <a:gd name="adj" fmla="val 41811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3104"/>
              </a:lnSpc>
            </a:pPr>
            <a:r>
              <a:rPr b="1" i="0" sz="2700">
                <a:solidFill>
                  <a:srgbClr val="0B233D"/>
                </a:solidFill>
                <a:latin typeface="Poppins"/>
              </a:rPr>
              <a:t>Sering cukup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95950" y="5033962"/>
            <a:ext cx="3409950" cy="21945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5759"/>
              </a:lnSpc>
            </a:pPr>
            <a:r>
              <a:rPr b="1" i="0" sz="4800">
                <a:solidFill>
                  <a:srgbClr val="FFFFFF"/>
                </a:solidFill>
                <a:latin typeface="Poppins"/>
              </a:rPr>
              <a:t>Istirahat yang bener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95950" y="7476172"/>
            <a:ext cx="3409950" cy="9067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569"/>
              </a:lnSpc>
            </a:pPr>
            <a:r>
              <a:rPr b="0" i="0" sz="2550">
                <a:solidFill>
                  <a:srgbClr val="FFFFFF"/>
                </a:solidFill>
                <a:latin typeface="Poppins Medium"/>
              </a:rPr>
              <a:t>Tidur cukup, jeda layar, gerak ringan.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9144952"/>
            <a:ext cx="8763000" cy="5867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4620"/>
              </a:lnSpc>
            </a:pPr>
            <a:r>
              <a:rPr b="0" i="0" sz="3300">
                <a:solidFill>
                  <a:srgbClr val="FFFFFF"/>
                </a:solidFill>
                <a:latin typeface="Poppins Medium"/>
              </a:rPr>
              <a:t>Mulai dari yang paling kecil dulu.</a:t>
            </a:r>
          </a:p>
        </p:txBody>
      </p:sp>
      <p:sp>
        <p:nvSpPr>
          <p:cNvPr id="12" name="Panah next (cincin)"/>
          <p:cNvSpPr/>
          <p:nvPr/>
        </p:nvSpPr>
        <p:spPr>
          <a:xfrm>
            <a:off x="8124825" y="10696575"/>
            <a:ext cx="1123950" cy="1123950"/>
          </a:xfrm>
          <a:prstGeom prst="ellipse">
            <a:avLst/>
          </a:prstGeom>
          <a:noFill/>
          <a:ln w="47625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Panah next"/>
          <p:cNvSpPr/>
          <p:nvPr/>
        </p:nvSpPr>
        <p:spPr>
          <a:xfrm>
            <a:off x="8391525" y="11077575"/>
            <a:ext cx="590550" cy="361950"/>
          </a:xfrm>
          <a:custGeom>
            <a:avLst/>
            <a:gdLst/>
            <a:ahLst/>
            <a:cxnLst/>
            <a:rect l="l" t="t" r="r" b="b"/>
            <a:pathLst>
              <a:path w="590550" h="361950">
                <a:moveTo>
                  <a:pt x="0" y="180975"/>
                </a:moveTo>
                <a:lnTo>
                  <a:pt x="590550" y="180975"/>
                </a:lnTo>
                <a:moveTo>
                  <a:pt x="409575" y="0"/>
                </a:moveTo>
                <a:lnTo>
                  <a:pt x="590550" y="180975"/>
                </a:lnTo>
                <a:lnTo>
                  <a:pt x="409575" y="361950"/>
                </a:lnTo>
              </a:path>
            </a:pathLst>
          </a:custGeom>
          <a:noFill/>
          <a:ln w="47625" cap="rnd">
            <a:solidFill>
              <a:srgbClr val="FFFFFF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7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7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7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7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7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7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2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7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" presetClass="entr" presetSubtype="2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7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" presetClass="entr" presetSubtype="2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7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" presetClass="entr" presetSubtype="2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7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4" dur="7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ulatan ikon"/>
          <p:cNvSpPr/>
          <p:nvPr/>
        </p:nvSpPr>
        <p:spPr>
          <a:xfrm>
            <a:off x="4429125" y="2605850"/>
            <a:ext cx="1428750" cy="14287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Ikon heart"/>
          <p:cNvSpPr/>
          <p:nvPr/>
        </p:nvSpPr>
        <p:spPr>
          <a:xfrm>
            <a:off x="4933950" y="3132017"/>
            <a:ext cx="419100" cy="397757"/>
          </a:xfrm>
          <a:custGeom>
            <a:avLst/>
            <a:gdLst/>
            <a:ahLst/>
            <a:cxnLst/>
            <a:rect l="l" t="t" r="r" b="b"/>
            <a:pathLst>
              <a:path w="419100" h="397757">
                <a:moveTo>
                  <a:pt x="209550" y="397757"/>
                </a:moveTo>
                <a:lnTo>
                  <a:pt x="209269" y="397581"/>
                </a:lnTo>
                <a:lnTo>
                  <a:pt x="208444" y="397054"/>
                </a:lnTo>
                <a:lnTo>
                  <a:pt x="207098" y="396184"/>
                </a:lnTo>
                <a:lnTo>
                  <a:pt x="205255" y="394976"/>
                </a:lnTo>
                <a:lnTo>
                  <a:pt x="202940" y="393437"/>
                </a:lnTo>
                <a:lnTo>
                  <a:pt x="200177" y="391572"/>
                </a:lnTo>
                <a:lnTo>
                  <a:pt x="196990" y="389388"/>
                </a:lnTo>
                <a:lnTo>
                  <a:pt x="193403" y="386891"/>
                </a:lnTo>
                <a:lnTo>
                  <a:pt x="189441" y="384086"/>
                </a:lnTo>
                <a:lnTo>
                  <a:pt x="185128" y="380980"/>
                </a:lnTo>
                <a:lnTo>
                  <a:pt x="180488" y="377579"/>
                </a:lnTo>
                <a:lnTo>
                  <a:pt x="175545" y="373889"/>
                </a:lnTo>
                <a:lnTo>
                  <a:pt x="170324" y="369915"/>
                </a:lnTo>
                <a:lnTo>
                  <a:pt x="164848" y="365665"/>
                </a:lnTo>
                <a:lnTo>
                  <a:pt x="159142" y="361144"/>
                </a:lnTo>
                <a:lnTo>
                  <a:pt x="153230" y="356357"/>
                </a:lnTo>
                <a:lnTo>
                  <a:pt x="147137" y="351312"/>
                </a:lnTo>
                <a:lnTo>
                  <a:pt x="140886" y="346014"/>
                </a:lnTo>
                <a:lnTo>
                  <a:pt x="134502" y="340470"/>
                </a:lnTo>
                <a:lnTo>
                  <a:pt x="128009" y="334684"/>
                </a:lnTo>
                <a:lnTo>
                  <a:pt x="121431" y="328664"/>
                </a:lnTo>
                <a:lnTo>
                  <a:pt x="114793" y="322416"/>
                </a:lnTo>
                <a:lnTo>
                  <a:pt x="108118" y="315945"/>
                </a:lnTo>
                <a:lnTo>
                  <a:pt x="101432" y="309257"/>
                </a:lnTo>
                <a:lnTo>
                  <a:pt x="94757" y="302359"/>
                </a:lnTo>
                <a:lnTo>
                  <a:pt x="88119" y="295257"/>
                </a:lnTo>
                <a:lnTo>
                  <a:pt x="81541" y="287957"/>
                </a:lnTo>
                <a:lnTo>
                  <a:pt x="75048" y="280464"/>
                </a:lnTo>
                <a:lnTo>
                  <a:pt x="68664" y="272785"/>
                </a:lnTo>
                <a:lnTo>
                  <a:pt x="62413" y="264926"/>
                </a:lnTo>
                <a:lnTo>
                  <a:pt x="56320" y="256892"/>
                </a:lnTo>
                <a:lnTo>
                  <a:pt x="50408" y="248691"/>
                </a:lnTo>
                <a:lnTo>
                  <a:pt x="44702" y="240328"/>
                </a:lnTo>
                <a:lnTo>
                  <a:pt x="39226" y="231809"/>
                </a:lnTo>
                <a:lnTo>
                  <a:pt x="34005" y="223140"/>
                </a:lnTo>
                <a:lnTo>
                  <a:pt x="29062" y="214327"/>
                </a:lnTo>
                <a:lnTo>
                  <a:pt x="24422" y="205376"/>
                </a:lnTo>
                <a:lnTo>
                  <a:pt x="20109" y="196294"/>
                </a:lnTo>
                <a:lnTo>
                  <a:pt x="16147" y="187086"/>
                </a:lnTo>
                <a:lnTo>
                  <a:pt x="12560" y="177759"/>
                </a:lnTo>
                <a:lnTo>
                  <a:pt x="9373" y="168318"/>
                </a:lnTo>
                <a:lnTo>
                  <a:pt x="6610" y="158769"/>
                </a:lnTo>
                <a:lnTo>
                  <a:pt x="4295" y="149119"/>
                </a:lnTo>
                <a:lnTo>
                  <a:pt x="2452" y="139374"/>
                </a:lnTo>
                <a:lnTo>
                  <a:pt x="1106" y="129539"/>
                </a:lnTo>
                <a:lnTo>
                  <a:pt x="281" y="119621"/>
                </a:lnTo>
                <a:lnTo>
                  <a:pt x="0" y="109626"/>
                </a:lnTo>
                <a:lnTo>
                  <a:pt x="0" y="109626"/>
                </a:lnTo>
                <a:lnTo>
                  <a:pt x="839" y="101603"/>
                </a:lnTo>
                <a:lnTo>
                  <a:pt x="2225" y="93656"/>
                </a:lnTo>
                <a:lnTo>
                  <a:pt x="4152" y="85822"/>
                </a:lnTo>
                <a:lnTo>
                  <a:pt x="6609" y="78139"/>
                </a:lnTo>
                <a:lnTo>
                  <a:pt x="9587" y="70641"/>
                </a:lnTo>
                <a:lnTo>
                  <a:pt x="13070" y="63365"/>
                </a:lnTo>
                <a:lnTo>
                  <a:pt x="17043" y="56344"/>
                </a:lnTo>
                <a:lnTo>
                  <a:pt x="21487" y="49612"/>
                </a:lnTo>
                <a:lnTo>
                  <a:pt x="26381" y="43199"/>
                </a:lnTo>
                <a:lnTo>
                  <a:pt x="31702" y="37135"/>
                </a:lnTo>
                <a:lnTo>
                  <a:pt x="37425" y="31450"/>
                </a:lnTo>
                <a:lnTo>
                  <a:pt x="43524" y="26170"/>
                </a:lnTo>
                <a:lnTo>
                  <a:pt x="49969" y="21319"/>
                </a:lnTo>
                <a:lnTo>
                  <a:pt x="56732" y="16920"/>
                </a:lnTo>
                <a:lnTo>
                  <a:pt x="63779" y="12995"/>
                </a:lnTo>
                <a:lnTo>
                  <a:pt x="71078" y="9560"/>
                </a:lnTo>
                <a:lnTo>
                  <a:pt x="78596" y="6633"/>
                </a:lnTo>
                <a:lnTo>
                  <a:pt x="86295" y="4227"/>
                </a:lnTo>
                <a:lnTo>
                  <a:pt x="94142" y="2353"/>
                </a:lnTo>
                <a:lnTo>
                  <a:pt x="102098" y="1020"/>
                </a:lnTo>
                <a:lnTo>
                  <a:pt x="110127" y="235"/>
                </a:lnTo>
                <a:lnTo>
                  <a:pt x="118190" y="0"/>
                </a:lnTo>
                <a:lnTo>
                  <a:pt x="126251" y="318"/>
                </a:lnTo>
                <a:lnTo>
                  <a:pt x="134271" y="1186"/>
                </a:lnTo>
                <a:lnTo>
                  <a:pt x="142213" y="2600"/>
                </a:lnTo>
                <a:lnTo>
                  <a:pt x="150040" y="4555"/>
                </a:lnTo>
                <a:lnTo>
                  <a:pt x="157714" y="7040"/>
                </a:lnTo>
                <a:lnTo>
                  <a:pt x="165201" y="10045"/>
                </a:lnTo>
                <a:lnTo>
                  <a:pt x="172465" y="13554"/>
                </a:lnTo>
                <a:lnTo>
                  <a:pt x="179471" y="17553"/>
                </a:lnTo>
                <a:lnTo>
                  <a:pt x="186188" y="22021"/>
                </a:lnTo>
                <a:lnTo>
                  <a:pt x="192583" y="26938"/>
                </a:lnTo>
                <a:lnTo>
                  <a:pt x="198627" y="32280"/>
                </a:lnTo>
                <a:lnTo>
                  <a:pt x="204292" y="38024"/>
                </a:lnTo>
                <a:lnTo>
                  <a:pt x="209550" y="44142"/>
                </a:lnTo>
                <a:lnTo>
                  <a:pt x="209550" y="44142"/>
                </a:lnTo>
                <a:lnTo>
                  <a:pt x="214808" y="38024"/>
                </a:lnTo>
                <a:lnTo>
                  <a:pt x="220473" y="32280"/>
                </a:lnTo>
                <a:lnTo>
                  <a:pt x="226517" y="26938"/>
                </a:lnTo>
                <a:lnTo>
                  <a:pt x="232912" y="22021"/>
                </a:lnTo>
                <a:lnTo>
                  <a:pt x="239629" y="17553"/>
                </a:lnTo>
                <a:lnTo>
                  <a:pt x="246635" y="13554"/>
                </a:lnTo>
                <a:lnTo>
                  <a:pt x="253899" y="10045"/>
                </a:lnTo>
                <a:lnTo>
                  <a:pt x="261386" y="7040"/>
                </a:lnTo>
                <a:lnTo>
                  <a:pt x="269060" y="4555"/>
                </a:lnTo>
                <a:lnTo>
                  <a:pt x="276887" y="2600"/>
                </a:lnTo>
                <a:lnTo>
                  <a:pt x="284829" y="1186"/>
                </a:lnTo>
                <a:lnTo>
                  <a:pt x="292849" y="318"/>
                </a:lnTo>
                <a:lnTo>
                  <a:pt x="300910" y="0"/>
                </a:lnTo>
                <a:lnTo>
                  <a:pt x="308973" y="235"/>
                </a:lnTo>
                <a:lnTo>
                  <a:pt x="317002" y="1020"/>
                </a:lnTo>
                <a:lnTo>
                  <a:pt x="324958" y="2353"/>
                </a:lnTo>
                <a:lnTo>
                  <a:pt x="332805" y="4227"/>
                </a:lnTo>
                <a:lnTo>
                  <a:pt x="340504" y="6633"/>
                </a:lnTo>
                <a:lnTo>
                  <a:pt x="348022" y="9560"/>
                </a:lnTo>
                <a:lnTo>
                  <a:pt x="355321" y="12995"/>
                </a:lnTo>
                <a:lnTo>
                  <a:pt x="362368" y="16920"/>
                </a:lnTo>
                <a:lnTo>
                  <a:pt x="369131" y="21319"/>
                </a:lnTo>
                <a:lnTo>
                  <a:pt x="375576" y="26170"/>
                </a:lnTo>
                <a:lnTo>
                  <a:pt x="381675" y="31450"/>
                </a:lnTo>
                <a:lnTo>
                  <a:pt x="387398" y="37135"/>
                </a:lnTo>
                <a:lnTo>
                  <a:pt x="392719" y="43199"/>
                </a:lnTo>
                <a:lnTo>
                  <a:pt x="397613" y="49612"/>
                </a:lnTo>
                <a:lnTo>
                  <a:pt x="402057" y="56344"/>
                </a:lnTo>
                <a:lnTo>
                  <a:pt x="406030" y="63365"/>
                </a:lnTo>
                <a:lnTo>
                  <a:pt x="409513" y="70641"/>
                </a:lnTo>
                <a:lnTo>
                  <a:pt x="412491" y="78139"/>
                </a:lnTo>
                <a:lnTo>
                  <a:pt x="414948" y="85822"/>
                </a:lnTo>
                <a:lnTo>
                  <a:pt x="416875" y="93656"/>
                </a:lnTo>
                <a:lnTo>
                  <a:pt x="418261" y="101603"/>
                </a:lnTo>
                <a:lnTo>
                  <a:pt x="419100" y="109626"/>
                </a:lnTo>
                <a:lnTo>
                  <a:pt x="419100" y="109626"/>
                </a:lnTo>
                <a:lnTo>
                  <a:pt x="418819" y="119621"/>
                </a:lnTo>
                <a:lnTo>
                  <a:pt x="417994" y="129539"/>
                </a:lnTo>
                <a:lnTo>
                  <a:pt x="416648" y="139374"/>
                </a:lnTo>
                <a:lnTo>
                  <a:pt x="414805" y="149119"/>
                </a:lnTo>
                <a:lnTo>
                  <a:pt x="412490" y="158769"/>
                </a:lnTo>
                <a:lnTo>
                  <a:pt x="409727" y="168318"/>
                </a:lnTo>
                <a:lnTo>
                  <a:pt x="406540" y="177759"/>
                </a:lnTo>
                <a:lnTo>
                  <a:pt x="402953" y="187086"/>
                </a:lnTo>
                <a:lnTo>
                  <a:pt x="398991" y="196294"/>
                </a:lnTo>
                <a:lnTo>
                  <a:pt x="394678" y="205376"/>
                </a:lnTo>
                <a:lnTo>
                  <a:pt x="390038" y="214327"/>
                </a:lnTo>
                <a:lnTo>
                  <a:pt x="385095" y="223140"/>
                </a:lnTo>
                <a:lnTo>
                  <a:pt x="379874" y="231809"/>
                </a:lnTo>
                <a:lnTo>
                  <a:pt x="374398" y="240328"/>
                </a:lnTo>
                <a:lnTo>
                  <a:pt x="368692" y="248691"/>
                </a:lnTo>
                <a:lnTo>
                  <a:pt x="362780" y="256892"/>
                </a:lnTo>
                <a:lnTo>
                  <a:pt x="356687" y="264926"/>
                </a:lnTo>
                <a:lnTo>
                  <a:pt x="350436" y="272785"/>
                </a:lnTo>
                <a:lnTo>
                  <a:pt x="344052" y="280464"/>
                </a:lnTo>
                <a:lnTo>
                  <a:pt x="337559" y="287957"/>
                </a:lnTo>
                <a:lnTo>
                  <a:pt x="330981" y="295257"/>
                </a:lnTo>
                <a:lnTo>
                  <a:pt x="324343" y="302359"/>
                </a:lnTo>
                <a:lnTo>
                  <a:pt x="317668" y="309257"/>
                </a:lnTo>
                <a:lnTo>
                  <a:pt x="310982" y="315945"/>
                </a:lnTo>
                <a:lnTo>
                  <a:pt x="304307" y="322416"/>
                </a:lnTo>
                <a:lnTo>
                  <a:pt x="297669" y="328664"/>
                </a:lnTo>
                <a:lnTo>
                  <a:pt x="291091" y="334684"/>
                </a:lnTo>
                <a:lnTo>
                  <a:pt x="284598" y="340470"/>
                </a:lnTo>
                <a:lnTo>
                  <a:pt x="278214" y="346014"/>
                </a:lnTo>
                <a:lnTo>
                  <a:pt x="271963" y="351312"/>
                </a:lnTo>
                <a:lnTo>
                  <a:pt x="265870" y="356357"/>
                </a:lnTo>
                <a:lnTo>
                  <a:pt x="259958" y="361144"/>
                </a:lnTo>
                <a:lnTo>
                  <a:pt x="254252" y="365665"/>
                </a:lnTo>
                <a:lnTo>
                  <a:pt x="248776" y="369915"/>
                </a:lnTo>
                <a:lnTo>
                  <a:pt x="243555" y="373889"/>
                </a:lnTo>
                <a:lnTo>
                  <a:pt x="238612" y="377579"/>
                </a:lnTo>
                <a:lnTo>
                  <a:pt x="233972" y="380980"/>
                </a:lnTo>
                <a:lnTo>
                  <a:pt x="229659" y="384086"/>
                </a:lnTo>
                <a:lnTo>
                  <a:pt x="225697" y="386891"/>
                </a:lnTo>
                <a:lnTo>
                  <a:pt x="222110" y="389388"/>
                </a:lnTo>
                <a:lnTo>
                  <a:pt x="218923" y="391572"/>
                </a:lnTo>
                <a:lnTo>
                  <a:pt x="216160" y="393437"/>
                </a:lnTo>
                <a:lnTo>
                  <a:pt x="213845" y="394976"/>
                </a:lnTo>
                <a:lnTo>
                  <a:pt x="212002" y="396184"/>
                </a:lnTo>
                <a:lnTo>
                  <a:pt x="210656" y="397054"/>
                </a:lnTo>
                <a:lnTo>
                  <a:pt x="209831" y="397581"/>
                </a:lnTo>
                <a:lnTo>
                  <a:pt x="209550" y="397757"/>
                </a:lnTo>
              </a:path>
            </a:pathLst>
          </a:custGeom>
          <a:noFill/>
          <a:ln w="52388" cap="rnd">
            <a:solidFill>
              <a:srgbClr val="0B233D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Kotak"/>
          <p:cNvSpPr/>
          <p:nvPr/>
        </p:nvSpPr>
        <p:spPr>
          <a:xfrm>
            <a:off x="762000" y="4377500"/>
            <a:ext cx="8763000" cy="2802636"/>
          </a:xfrm>
          <a:prstGeom prst="roundRect">
            <a:avLst>
              <a:gd name="adj" fmla="val 13594"/>
            </a:avLst>
          </a:prstGeom>
          <a:solidFill>
            <a:srgbClr val="3D739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57300" y="4834700"/>
            <a:ext cx="7772400" cy="18882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7433"/>
              </a:lnSpc>
            </a:pPr>
            <a:r>
              <a:rPr b="0" i="0" sz="6300">
                <a:solidFill>
                  <a:srgbClr val="FFFFFF"/>
                </a:solidFill>
                <a:latin typeface="Poppins ExtraBold"/>
              </a:rPr>
              <a:t>Simpan biar inget lagi 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7523035"/>
            <a:ext cx="8763000" cy="1333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5250"/>
              </a:lnSpc>
            </a:pPr>
            <a:r>
              <a:rPr b="1" i="0" sz="4200">
                <a:solidFill>
                  <a:srgbClr val="FFFFFF"/>
                </a:solidFill>
                <a:latin typeface="Poppins"/>
              </a:rPr>
              <a:t>Kirim ke teman yang lagi butuh reset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026741" y="9199436"/>
            <a:ext cx="6233517" cy="672465"/>
          </a:xfrm>
          <a:prstGeom prst="roundRect">
            <a:avLst>
              <a:gd name="adj" fmla="val 33994"/>
            </a:avLst>
          </a:prstGeom>
          <a:solidFill>
            <a:srgbClr val="C8F03C"/>
          </a:solidFill>
          <a:ln>
            <a:noFill/>
          </a:ln>
          <a:effectLst/>
        </p:spPr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3794"/>
              </a:lnSpc>
            </a:pPr>
            <a:r>
              <a:rPr b="0" i="0" sz="3300">
                <a:solidFill>
                  <a:srgbClr val="0B233D"/>
                </a:solidFill>
                <a:latin typeface="Poppins ExtraBold"/>
              </a:rPr>
              <a:t>Follow @shape.indonesia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8" dur="7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42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2" dur="7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42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6" dur="7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53" presetClass="entr" presetSubtype="16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C05 · Okt W1 · Mind Power · 5 Tanda Butuh Reset</dc:title>
  <dc:subject/>
  <dc:creator>Eventime x Shape Indonesia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