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cover</a:t>
            </a:r>
          </a:p>
          <a:p>
            <a:r>
              <a:t>VISUAL: Cover formal: ikon tetes, kicker sesi, judul besar dengan '2027' di highlight biru, placeholder foto bahan skincare generik</a:t>
            </a:r>
          </a:p>
          <a:p>
            <a:r>
              <a:t>ELEMEN: Tanpa meme/emoji besar (B2B). Highlight biru di '2027'</a:t>
            </a:r>
          </a:p>
          <a:p>
            <a:r>
              <a:t>MOTION: Ikon pop → kicker rise → judul rise, highlight menyusul → foto rise</a:t>
            </a:r>
          </a:p>
          <a:p>
            <a:r>
              <a:t>ASET: Foto bahan skincare / lab generik (opsional; prompt GPT ada di design-plan.md)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list</a:t>
            </a:r>
          </a:p>
          <a:p>
            <a:r>
              <a:t>VISUAL: Tiga glass card berisi sasaran sesi, satu per baris</a:t>
            </a:r>
          </a:p>
          <a:p>
            <a:r>
              <a:t>ELEMEN: Angle bisnis: menyebut siapa yang relevan agar audiens B2B mengenali dirinya. Menyebut Expo 2027 sebagai jalur ke calon exhibitor, tanpa harga/kuota</a:t>
            </a:r>
          </a:p>
          <a:p>
            <a:r>
              <a:t>MOTION: Judul rise → tiap baris slide-in dari kiri berurutan 0.25 detik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session</a:t>
            </a:r>
          </a:p>
          <a:p>
            <a:r>
              <a:t>VISUAL: Slide terpenting B2B: logo Shape besar, nama sesi paling jelas</a:t>
            </a:r>
          </a:p>
          <a:p>
            <a:r>
              <a:t>ELEMEN: Status 'Segera hadir'. Ganti dengan tanggal + jam begitu jadwal Sesi 5 final</a:t>
            </a:r>
          </a:p>
          <a:p>
            <a:r>
              <a:t>MOTION: Logo pop → kicker fade → 'Sesi 5' rise → kotak topik rise → tanggal rise</a:t>
            </a:r>
          </a:p>
          <a:p>
            <a:r>
              <a:t>ASET: Tidak ada. Butuh tanggal &amp; jam Sesi 5 dari user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cta</a:t>
            </a:r>
          </a:p>
          <a:p>
            <a:r>
              <a:t>VISUAL: Penutup tenang: ikon tautan, kotak biru, pill handle</a:t>
            </a:r>
          </a:p>
          <a:p>
            <a:r>
              <a:t>ELEMEN: 'terpilih' untuk efek eksklusif (scarcity). Satu-satunya angka: proof titik 200+</a:t>
            </a:r>
          </a:p>
          <a:p>
            <a:r>
              <a:t>MOTION: Ikon pop → kotak rise → sub rise → handle pop</a:t>
            </a:r>
          </a:p>
          <a:p>
            <a:r>
              <a:t>ASET: Ikon LinkedIn kecil (opsional)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hape Carous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Latar grid miri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102" name="Logo Shap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10050" y="847725"/>
            <a:ext cx="1914525" cy="666750"/>
          </a:xfrm>
          <a:prstGeom prst="rect">
            <a:avLst/>
          </a:prstGeom>
        </p:spPr>
      </p:pic>
      <p:sp>
        <p:nvSpPr>
          <p:cNvPr id="103" name="Titik 1"/>
          <p:cNvSpPr/>
          <p:nvPr userDrawn="1"/>
        </p:nvSpPr>
        <p:spPr>
          <a:xfrm>
            <a:off x="43815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4" name="Titik 2"/>
          <p:cNvSpPr/>
          <p:nvPr userDrawn="1"/>
        </p:nvSpPr>
        <p:spPr>
          <a:xfrm>
            <a:off x="87630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5" name="Titik 3"/>
          <p:cNvSpPr/>
          <p:nvPr userDrawn="1"/>
        </p:nvSpPr>
        <p:spPr>
          <a:xfrm>
            <a:off x="1323975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ulatan ikon"/>
          <p:cNvSpPr/>
          <p:nvPr/>
        </p:nvSpPr>
        <p:spPr>
          <a:xfrm>
            <a:off x="4429125" y="2710910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Ikon drop"/>
          <p:cNvSpPr/>
          <p:nvPr/>
        </p:nvSpPr>
        <p:spPr>
          <a:xfrm>
            <a:off x="4986338" y="3189542"/>
            <a:ext cx="314324" cy="445293"/>
          </a:xfrm>
          <a:custGeom>
            <a:avLst/>
            <a:gdLst/>
            <a:ahLst/>
            <a:cxnLst/>
            <a:rect l="l" t="t" r="r" b="b"/>
            <a:pathLst>
              <a:path w="314324" h="445293">
                <a:moveTo>
                  <a:pt x="157162" y="0"/>
                </a:moveTo>
                <a:lnTo>
                  <a:pt x="157425" y="286"/>
                </a:lnTo>
                <a:lnTo>
                  <a:pt x="158197" y="1134"/>
                </a:lnTo>
                <a:lnTo>
                  <a:pt x="159453" y="2524"/>
                </a:lnTo>
                <a:lnTo>
                  <a:pt x="161167" y="4440"/>
                </a:lnTo>
                <a:lnTo>
                  <a:pt x="163314" y="6863"/>
                </a:lnTo>
                <a:lnTo>
                  <a:pt x="165868" y="9774"/>
                </a:lnTo>
                <a:lnTo>
                  <a:pt x="168804" y="13157"/>
                </a:lnTo>
                <a:lnTo>
                  <a:pt x="172096" y="16992"/>
                </a:lnTo>
                <a:lnTo>
                  <a:pt x="175719" y="21263"/>
                </a:lnTo>
                <a:lnTo>
                  <a:pt x="179648" y="25950"/>
                </a:lnTo>
                <a:lnTo>
                  <a:pt x="183856" y="31036"/>
                </a:lnTo>
                <a:lnTo>
                  <a:pt x="188320" y="36503"/>
                </a:lnTo>
                <a:lnTo>
                  <a:pt x="193012" y="42332"/>
                </a:lnTo>
                <a:lnTo>
                  <a:pt x="197908" y="48506"/>
                </a:lnTo>
                <a:lnTo>
                  <a:pt x="202982" y="55007"/>
                </a:lnTo>
                <a:lnTo>
                  <a:pt x="208209" y="61817"/>
                </a:lnTo>
                <a:lnTo>
                  <a:pt x="213563" y="68917"/>
                </a:lnTo>
                <a:lnTo>
                  <a:pt x="219019" y="76290"/>
                </a:lnTo>
                <a:lnTo>
                  <a:pt x="224551" y="83917"/>
                </a:lnTo>
                <a:lnTo>
                  <a:pt x="230135" y="91781"/>
                </a:lnTo>
                <a:lnTo>
                  <a:pt x="235743" y="99863"/>
                </a:lnTo>
                <a:lnTo>
                  <a:pt x="241352" y="108146"/>
                </a:lnTo>
                <a:lnTo>
                  <a:pt x="246935" y="116611"/>
                </a:lnTo>
                <a:lnTo>
                  <a:pt x="252468" y="125241"/>
                </a:lnTo>
                <a:lnTo>
                  <a:pt x="257924" y="134017"/>
                </a:lnTo>
                <a:lnTo>
                  <a:pt x="263278" y="142921"/>
                </a:lnTo>
                <a:lnTo>
                  <a:pt x="268505" y="151936"/>
                </a:lnTo>
                <a:lnTo>
                  <a:pt x="273579" y="161043"/>
                </a:lnTo>
                <a:lnTo>
                  <a:pt x="278475" y="170224"/>
                </a:lnTo>
                <a:lnTo>
                  <a:pt x="283167" y="179461"/>
                </a:lnTo>
                <a:lnTo>
                  <a:pt x="287630" y="188737"/>
                </a:lnTo>
                <a:lnTo>
                  <a:pt x="291839" y="198032"/>
                </a:lnTo>
                <a:lnTo>
                  <a:pt x="295767" y="207330"/>
                </a:lnTo>
                <a:lnTo>
                  <a:pt x="299391" y="216612"/>
                </a:lnTo>
                <a:lnTo>
                  <a:pt x="302683" y="225860"/>
                </a:lnTo>
                <a:lnTo>
                  <a:pt x="305619" y="235056"/>
                </a:lnTo>
                <a:lnTo>
                  <a:pt x="308173" y="244182"/>
                </a:lnTo>
                <a:lnTo>
                  <a:pt x="310319" y="253220"/>
                </a:lnTo>
                <a:lnTo>
                  <a:pt x="312034" y="262152"/>
                </a:lnTo>
                <a:lnTo>
                  <a:pt x="313289" y="270960"/>
                </a:lnTo>
                <a:lnTo>
                  <a:pt x="314061" y="279625"/>
                </a:lnTo>
                <a:lnTo>
                  <a:pt x="314324" y="288131"/>
                </a:lnTo>
                <a:lnTo>
                  <a:pt x="314324" y="288131"/>
                </a:lnTo>
                <a:lnTo>
                  <a:pt x="314123" y="296091"/>
                </a:lnTo>
                <a:lnTo>
                  <a:pt x="313518" y="304031"/>
                </a:lnTo>
                <a:lnTo>
                  <a:pt x="312512" y="311930"/>
                </a:lnTo>
                <a:lnTo>
                  <a:pt x="311107" y="319767"/>
                </a:lnTo>
                <a:lnTo>
                  <a:pt x="309307" y="327524"/>
                </a:lnTo>
                <a:lnTo>
                  <a:pt x="307117" y="335179"/>
                </a:lnTo>
                <a:lnTo>
                  <a:pt x="304541" y="342714"/>
                </a:lnTo>
                <a:lnTo>
                  <a:pt x="301588" y="350109"/>
                </a:lnTo>
                <a:lnTo>
                  <a:pt x="298263" y="357344"/>
                </a:lnTo>
                <a:lnTo>
                  <a:pt x="294577" y="364402"/>
                </a:lnTo>
                <a:lnTo>
                  <a:pt x="290537" y="371264"/>
                </a:lnTo>
                <a:lnTo>
                  <a:pt x="286155" y="377913"/>
                </a:lnTo>
                <a:lnTo>
                  <a:pt x="281442" y="384331"/>
                </a:lnTo>
                <a:lnTo>
                  <a:pt x="276410" y="390502"/>
                </a:lnTo>
                <a:lnTo>
                  <a:pt x="271072" y="396411"/>
                </a:lnTo>
                <a:lnTo>
                  <a:pt x="265442" y="402041"/>
                </a:lnTo>
                <a:lnTo>
                  <a:pt x="259533" y="407379"/>
                </a:lnTo>
                <a:lnTo>
                  <a:pt x="253362" y="412411"/>
                </a:lnTo>
                <a:lnTo>
                  <a:pt x="246944" y="417124"/>
                </a:lnTo>
                <a:lnTo>
                  <a:pt x="240295" y="421506"/>
                </a:lnTo>
                <a:lnTo>
                  <a:pt x="233433" y="425545"/>
                </a:lnTo>
                <a:lnTo>
                  <a:pt x="226375" y="429232"/>
                </a:lnTo>
                <a:lnTo>
                  <a:pt x="219140" y="432556"/>
                </a:lnTo>
                <a:lnTo>
                  <a:pt x="211745" y="435510"/>
                </a:lnTo>
                <a:lnTo>
                  <a:pt x="204211" y="438086"/>
                </a:lnTo>
                <a:lnTo>
                  <a:pt x="196555" y="440276"/>
                </a:lnTo>
                <a:lnTo>
                  <a:pt x="188799" y="442076"/>
                </a:lnTo>
                <a:lnTo>
                  <a:pt x="180961" y="443481"/>
                </a:lnTo>
                <a:lnTo>
                  <a:pt x="173062" y="444487"/>
                </a:lnTo>
                <a:lnTo>
                  <a:pt x="165122" y="445092"/>
                </a:lnTo>
                <a:lnTo>
                  <a:pt x="157162" y="445293"/>
                </a:lnTo>
                <a:lnTo>
                  <a:pt x="149202" y="445092"/>
                </a:lnTo>
                <a:lnTo>
                  <a:pt x="141262" y="444487"/>
                </a:lnTo>
                <a:lnTo>
                  <a:pt x="133363" y="443481"/>
                </a:lnTo>
                <a:lnTo>
                  <a:pt x="125525" y="442076"/>
                </a:lnTo>
                <a:lnTo>
                  <a:pt x="117769" y="440276"/>
                </a:lnTo>
                <a:lnTo>
                  <a:pt x="110113" y="438086"/>
                </a:lnTo>
                <a:lnTo>
                  <a:pt x="102579" y="435510"/>
                </a:lnTo>
                <a:lnTo>
                  <a:pt x="95184" y="432556"/>
                </a:lnTo>
                <a:lnTo>
                  <a:pt x="87949" y="429232"/>
                </a:lnTo>
                <a:lnTo>
                  <a:pt x="80891" y="425545"/>
                </a:lnTo>
                <a:lnTo>
                  <a:pt x="74029" y="421506"/>
                </a:lnTo>
                <a:lnTo>
                  <a:pt x="67380" y="417124"/>
                </a:lnTo>
                <a:lnTo>
                  <a:pt x="60962" y="412411"/>
                </a:lnTo>
                <a:lnTo>
                  <a:pt x="54791" y="407379"/>
                </a:lnTo>
                <a:lnTo>
                  <a:pt x="48882" y="402041"/>
                </a:lnTo>
                <a:lnTo>
                  <a:pt x="43252" y="396411"/>
                </a:lnTo>
                <a:lnTo>
                  <a:pt x="37914" y="390502"/>
                </a:lnTo>
                <a:lnTo>
                  <a:pt x="32882" y="384331"/>
                </a:lnTo>
                <a:lnTo>
                  <a:pt x="28169" y="377913"/>
                </a:lnTo>
                <a:lnTo>
                  <a:pt x="23787" y="371264"/>
                </a:lnTo>
                <a:lnTo>
                  <a:pt x="19747" y="364402"/>
                </a:lnTo>
                <a:lnTo>
                  <a:pt x="16061" y="357344"/>
                </a:lnTo>
                <a:lnTo>
                  <a:pt x="12736" y="350109"/>
                </a:lnTo>
                <a:lnTo>
                  <a:pt x="9783" y="342714"/>
                </a:lnTo>
                <a:lnTo>
                  <a:pt x="7207" y="335179"/>
                </a:lnTo>
                <a:lnTo>
                  <a:pt x="5017" y="327524"/>
                </a:lnTo>
                <a:lnTo>
                  <a:pt x="3217" y="319767"/>
                </a:lnTo>
                <a:lnTo>
                  <a:pt x="1812" y="311930"/>
                </a:lnTo>
                <a:lnTo>
                  <a:pt x="806" y="304031"/>
                </a:lnTo>
                <a:lnTo>
                  <a:pt x="201" y="296091"/>
                </a:lnTo>
                <a:lnTo>
                  <a:pt x="0" y="288131"/>
                </a:lnTo>
                <a:lnTo>
                  <a:pt x="0" y="288131"/>
                </a:lnTo>
                <a:lnTo>
                  <a:pt x="263" y="279625"/>
                </a:lnTo>
                <a:lnTo>
                  <a:pt x="1035" y="270960"/>
                </a:lnTo>
                <a:lnTo>
                  <a:pt x="2290" y="262152"/>
                </a:lnTo>
                <a:lnTo>
                  <a:pt x="4005" y="253220"/>
                </a:lnTo>
                <a:lnTo>
                  <a:pt x="6151" y="244182"/>
                </a:lnTo>
                <a:lnTo>
                  <a:pt x="8705" y="235056"/>
                </a:lnTo>
                <a:lnTo>
                  <a:pt x="11641" y="225860"/>
                </a:lnTo>
                <a:lnTo>
                  <a:pt x="14933" y="216612"/>
                </a:lnTo>
                <a:lnTo>
                  <a:pt x="18557" y="207330"/>
                </a:lnTo>
                <a:lnTo>
                  <a:pt x="22485" y="198032"/>
                </a:lnTo>
                <a:lnTo>
                  <a:pt x="26694" y="188737"/>
                </a:lnTo>
                <a:lnTo>
                  <a:pt x="31157" y="179461"/>
                </a:lnTo>
                <a:lnTo>
                  <a:pt x="35849" y="170224"/>
                </a:lnTo>
                <a:lnTo>
                  <a:pt x="40745" y="161043"/>
                </a:lnTo>
                <a:lnTo>
                  <a:pt x="45819" y="151936"/>
                </a:lnTo>
                <a:lnTo>
                  <a:pt x="51046" y="142921"/>
                </a:lnTo>
                <a:lnTo>
                  <a:pt x="56400" y="134017"/>
                </a:lnTo>
                <a:lnTo>
                  <a:pt x="61856" y="125241"/>
                </a:lnTo>
                <a:lnTo>
                  <a:pt x="67389" y="116611"/>
                </a:lnTo>
                <a:lnTo>
                  <a:pt x="72972" y="108146"/>
                </a:lnTo>
                <a:lnTo>
                  <a:pt x="78581" y="99863"/>
                </a:lnTo>
                <a:lnTo>
                  <a:pt x="84189" y="91781"/>
                </a:lnTo>
                <a:lnTo>
                  <a:pt x="89773" y="83917"/>
                </a:lnTo>
                <a:lnTo>
                  <a:pt x="95305" y="76290"/>
                </a:lnTo>
                <a:lnTo>
                  <a:pt x="100761" y="68917"/>
                </a:lnTo>
                <a:lnTo>
                  <a:pt x="106115" y="61817"/>
                </a:lnTo>
                <a:lnTo>
                  <a:pt x="111342" y="55007"/>
                </a:lnTo>
                <a:lnTo>
                  <a:pt x="116416" y="48506"/>
                </a:lnTo>
                <a:lnTo>
                  <a:pt x="121312" y="42332"/>
                </a:lnTo>
                <a:lnTo>
                  <a:pt x="126004" y="36503"/>
                </a:lnTo>
                <a:lnTo>
                  <a:pt x="130468" y="31036"/>
                </a:lnTo>
                <a:lnTo>
                  <a:pt x="134676" y="25950"/>
                </a:lnTo>
                <a:lnTo>
                  <a:pt x="138605" y="21263"/>
                </a:lnTo>
                <a:lnTo>
                  <a:pt x="142228" y="16992"/>
                </a:lnTo>
                <a:lnTo>
                  <a:pt x="145520" y="13157"/>
                </a:lnTo>
                <a:lnTo>
                  <a:pt x="148456" y="9774"/>
                </a:lnTo>
                <a:lnTo>
                  <a:pt x="151010" y="6863"/>
                </a:lnTo>
                <a:lnTo>
                  <a:pt x="153157" y="4440"/>
                </a:lnTo>
                <a:lnTo>
                  <a:pt x="154871" y="2524"/>
                </a:lnTo>
                <a:lnTo>
                  <a:pt x="156127" y="1134"/>
                </a:lnTo>
                <a:lnTo>
                  <a:pt x="156899" y="286"/>
                </a:lnTo>
                <a:lnTo>
                  <a:pt x="157162" y="0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91532" y="4482560"/>
            <a:ext cx="5303937" cy="524828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FFFF"/>
            </a:solidFill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2932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Shape Expert Network · Sesi 5</a:t>
            </a:r>
          </a:p>
        </p:txBody>
      </p:sp>
      <p:sp>
        <p:nvSpPr>
          <p:cNvPr id="5" name="Highlight"/>
          <p:cNvSpPr/>
          <p:nvPr/>
        </p:nvSpPr>
        <p:spPr>
          <a:xfrm>
            <a:off x="6630516" y="6431566"/>
            <a:ext cx="2263378" cy="854964"/>
          </a:xfrm>
          <a:prstGeom prst="roundRect">
            <a:avLst>
              <a:gd name="adj" fmla="val 19607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ks"/>
          <p:cNvSpPr txBox="1"/>
          <p:nvPr/>
        </p:nvSpPr>
        <p:spPr>
          <a:xfrm>
            <a:off x="762000" y="5350288"/>
            <a:ext cx="8763000" cy="19781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788"/>
              </a:lnSpc>
            </a:pPr>
            <a:r>
              <a:rPr b="0" i="0" sz="6600">
                <a:solidFill>
                  <a:srgbClr val="FFFFFF"/>
                </a:solidFill>
                <a:latin typeface="Poppins ExtraBold"/>
              </a:rPr>
              <a:t>Tren Ingredient</a:t>
            </a:r>
            <a:br/>
            <a:r>
              <a:rPr b="0" i="0" sz="6600">
                <a:solidFill>
                  <a:srgbClr val="FFFFFF"/>
                </a:solidFill>
                <a:latin typeface="Poppins ExtraBold"/>
              </a:rPr>
              <a:t>Kecantikan  2027 </a:t>
            </a:r>
          </a:p>
        </p:txBody>
      </p:sp>
      <p:sp>
        <p:nvSpPr>
          <p:cNvPr id="7" name="Placeholder aset"/>
          <p:cNvSpPr/>
          <p:nvPr/>
        </p:nvSpPr>
        <p:spPr>
          <a:xfrm>
            <a:off x="762000" y="7671340"/>
            <a:ext cx="8763000" cy="2095500"/>
          </a:xfrm>
          <a:prstGeom prst="roundRect">
            <a:avLst>
              <a:gd name="adj" fmla="val 18181"/>
            </a:avLst>
          </a:prstGeom>
          <a:solidFill>
            <a:srgbClr val="FFFFFF">
              <a:alpha val="5000"/>
            </a:srgbClr>
          </a:solidFill>
          <a:ln w="38100">
            <a:solidFill>
              <a:srgbClr val="FFFFFF">
                <a:alpha val="50000"/>
              </a:srgbClr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729"/>
              </a:lnSpc>
            </a:pPr>
            <a:r>
              <a:rPr b="0" i="0" sz="2100">
                <a:solidFill>
                  <a:srgbClr val="FFFFFF">
                    <a:alpha val="90000"/>
                  </a:srgbClr>
                </a:solidFill>
                <a:latin typeface="Poppins Medium"/>
              </a:rPr>
              <a:t>ASET</a:t>
            </a:r>
            <a:br/>
            <a:r>
              <a:rPr b="0" i="0" sz="2100">
                <a:solidFill>
                  <a:srgbClr val="FFFFFF">
                    <a:alpha val="90000"/>
                  </a:srgbClr>
                </a:solidFill>
                <a:latin typeface="Poppins Medium"/>
              </a:rPr>
              <a:t>FOTO BAHAN SKINCARE / LAB GENERIK tanpa merek (botol dropper polos, bahan)</a:t>
            </a:r>
          </a:p>
        </p:txBody>
      </p:sp>
      <p:sp>
        <p:nvSpPr>
          <p:cNvPr id="8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008882"/>
            <a:ext cx="8763000" cy="7642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017"/>
              </a:lnSpc>
            </a:pPr>
            <a:r>
              <a:rPr b="0" i="0" sz="5100">
                <a:solidFill>
                  <a:srgbClr val="FFFFFF"/>
                </a:solidFill>
                <a:latin typeface="Poppins ExtraBold"/>
              </a:rPr>
              <a:t>Sesi ini buat siapa?</a:t>
            </a:r>
          </a:p>
        </p:txBody>
      </p:sp>
      <p:sp>
        <p:nvSpPr>
          <p:cNvPr id="3" name="Baris 1"/>
          <p:cNvSpPr/>
          <p:nvPr/>
        </p:nvSpPr>
        <p:spPr>
          <a:xfrm>
            <a:off x="762000" y="5001768"/>
            <a:ext cx="8763000" cy="1066800"/>
          </a:xfrm>
          <a:prstGeom prst="roundRect">
            <a:avLst>
              <a:gd name="adj" fmla="val 39285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Bulatan centang"/>
          <p:cNvSpPr/>
          <p:nvPr/>
        </p:nvSpPr>
        <p:spPr>
          <a:xfrm>
            <a:off x="1085850" y="5173218"/>
            <a:ext cx="723900" cy="723900"/>
          </a:xfrm>
          <a:prstGeom prst="ellipse">
            <a:avLst/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kon check"/>
          <p:cNvSpPr/>
          <p:nvPr/>
        </p:nvSpPr>
        <p:spPr>
          <a:xfrm>
            <a:off x="1327150" y="5452221"/>
            <a:ext cx="241300" cy="165894"/>
          </a:xfrm>
          <a:custGeom>
            <a:avLst/>
            <a:gdLst/>
            <a:ahLst/>
            <a:cxnLst/>
            <a:rect l="l" t="t" r="r" b="b"/>
            <a:pathLst>
              <a:path w="241300" h="165894">
                <a:moveTo>
                  <a:pt x="0" y="90488"/>
                </a:moveTo>
                <a:lnTo>
                  <a:pt x="3279" y="93766"/>
                </a:lnTo>
                <a:lnTo>
                  <a:pt x="6557" y="97045"/>
                </a:lnTo>
                <a:lnTo>
                  <a:pt x="9836" y="100323"/>
                </a:lnTo>
                <a:lnTo>
                  <a:pt x="13114" y="103602"/>
                </a:lnTo>
                <a:lnTo>
                  <a:pt x="16393" y="106880"/>
                </a:lnTo>
                <a:lnTo>
                  <a:pt x="19671" y="110159"/>
                </a:lnTo>
                <a:lnTo>
                  <a:pt x="22950" y="113437"/>
                </a:lnTo>
                <a:lnTo>
                  <a:pt x="26228" y="116716"/>
                </a:lnTo>
                <a:lnTo>
                  <a:pt x="29507" y="119994"/>
                </a:lnTo>
                <a:lnTo>
                  <a:pt x="32785" y="123273"/>
                </a:lnTo>
                <a:lnTo>
                  <a:pt x="36064" y="126551"/>
                </a:lnTo>
                <a:lnTo>
                  <a:pt x="39342" y="129830"/>
                </a:lnTo>
                <a:lnTo>
                  <a:pt x="42621" y="133109"/>
                </a:lnTo>
                <a:lnTo>
                  <a:pt x="45899" y="136387"/>
                </a:lnTo>
                <a:lnTo>
                  <a:pt x="49178" y="139666"/>
                </a:lnTo>
                <a:lnTo>
                  <a:pt x="52457" y="142944"/>
                </a:lnTo>
                <a:lnTo>
                  <a:pt x="55735" y="146223"/>
                </a:lnTo>
                <a:lnTo>
                  <a:pt x="59014" y="149501"/>
                </a:lnTo>
                <a:lnTo>
                  <a:pt x="62292" y="152780"/>
                </a:lnTo>
                <a:lnTo>
                  <a:pt x="65571" y="156058"/>
                </a:lnTo>
                <a:lnTo>
                  <a:pt x="68849" y="159337"/>
                </a:lnTo>
                <a:lnTo>
                  <a:pt x="72128" y="162615"/>
                </a:lnTo>
                <a:lnTo>
                  <a:pt x="75406" y="165894"/>
                </a:lnTo>
                <a:lnTo>
                  <a:pt x="75406" y="165894"/>
                </a:lnTo>
                <a:lnTo>
                  <a:pt x="78659" y="162641"/>
                </a:lnTo>
                <a:lnTo>
                  <a:pt x="81912" y="159388"/>
                </a:lnTo>
                <a:lnTo>
                  <a:pt x="85165" y="156135"/>
                </a:lnTo>
                <a:lnTo>
                  <a:pt x="88418" y="152883"/>
                </a:lnTo>
                <a:lnTo>
                  <a:pt x="91670" y="149630"/>
                </a:lnTo>
                <a:lnTo>
                  <a:pt x="94923" y="146377"/>
                </a:lnTo>
                <a:lnTo>
                  <a:pt x="98176" y="143124"/>
                </a:lnTo>
                <a:lnTo>
                  <a:pt x="101429" y="139871"/>
                </a:lnTo>
                <a:lnTo>
                  <a:pt x="104682" y="136619"/>
                </a:lnTo>
                <a:lnTo>
                  <a:pt x="107934" y="133366"/>
                </a:lnTo>
                <a:lnTo>
                  <a:pt x="111187" y="130113"/>
                </a:lnTo>
                <a:lnTo>
                  <a:pt x="114440" y="126860"/>
                </a:lnTo>
                <a:lnTo>
                  <a:pt x="117693" y="123607"/>
                </a:lnTo>
                <a:lnTo>
                  <a:pt x="120946" y="120354"/>
                </a:lnTo>
                <a:lnTo>
                  <a:pt x="124199" y="117102"/>
                </a:lnTo>
                <a:lnTo>
                  <a:pt x="127451" y="113849"/>
                </a:lnTo>
                <a:lnTo>
                  <a:pt x="130704" y="110596"/>
                </a:lnTo>
                <a:lnTo>
                  <a:pt x="133957" y="107343"/>
                </a:lnTo>
                <a:lnTo>
                  <a:pt x="137210" y="104090"/>
                </a:lnTo>
                <a:lnTo>
                  <a:pt x="140463" y="100838"/>
                </a:lnTo>
                <a:lnTo>
                  <a:pt x="143715" y="97585"/>
                </a:lnTo>
                <a:lnTo>
                  <a:pt x="146968" y="94332"/>
                </a:lnTo>
                <a:lnTo>
                  <a:pt x="150221" y="91079"/>
                </a:lnTo>
                <a:lnTo>
                  <a:pt x="153474" y="87826"/>
                </a:lnTo>
                <a:lnTo>
                  <a:pt x="156727" y="84573"/>
                </a:lnTo>
                <a:lnTo>
                  <a:pt x="159980" y="81321"/>
                </a:lnTo>
                <a:lnTo>
                  <a:pt x="163232" y="78068"/>
                </a:lnTo>
                <a:lnTo>
                  <a:pt x="166485" y="74815"/>
                </a:lnTo>
                <a:lnTo>
                  <a:pt x="169738" y="71562"/>
                </a:lnTo>
                <a:lnTo>
                  <a:pt x="172991" y="68309"/>
                </a:lnTo>
                <a:lnTo>
                  <a:pt x="176244" y="65056"/>
                </a:lnTo>
                <a:lnTo>
                  <a:pt x="179496" y="61804"/>
                </a:lnTo>
                <a:lnTo>
                  <a:pt x="182749" y="58551"/>
                </a:lnTo>
                <a:lnTo>
                  <a:pt x="186002" y="55298"/>
                </a:lnTo>
                <a:lnTo>
                  <a:pt x="189255" y="52045"/>
                </a:lnTo>
                <a:lnTo>
                  <a:pt x="192508" y="48792"/>
                </a:lnTo>
                <a:lnTo>
                  <a:pt x="195761" y="45540"/>
                </a:lnTo>
                <a:lnTo>
                  <a:pt x="199013" y="42287"/>
                </a:lnTo>
                <a:lnTo>
                  <a:pt x="202266" y="39034"/>
                </a:lnTo>
                <a:lnTo>
                  <a:pt x="205519" y="35781"/>
                </a:lnTo>
                <a:lnTo>
                  <a:pt x="208772" y="32528"/>
                </a:lnTo>
                <a:lnTo>
                  <a:pt x="212025" y="29275"/>
                </a:lnTo>
                <a:lnTo>
                  <a:pt x="215277" y="26023"/>
                </a:lnTo>
                <a:lnTo>
                  <a:pt x="218530" y="22770"/>
                </a:lnTo>
                <a:lnTo>
                  <a:pt x="221783" y="19517"/>
                </a:lnTo>
                <a:lnTo>
                  <a:pt x="225036" y="16264"/>
                </a:lnTo>
                <a:lnTo>
                  <a:pt x="228289" y="13011"/>
                </a:lnTo>
                <a:lnTo>
                  <a:pt x="231542" y="9759"/>
                </a:lnTo>
                <a:lnTo>
                  <a:pt x="234794" y="6506"/>
                </a:lnTo>
                <a:lnTo>
                  <a:pt x="238047" y="3253"/>
                </a:lnTo>
                <a:lnTo>
                  <a:pt x="241300" y="0"/>
                </a:lnTo>
              </a:path>
            </a:pathLst>
          </a:custGeom>
          <a:noFill/>
          <a:ln w="39211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ks baris"/>
          <p:cNvSpPr txBox="1"/>
          <p:nvPr/>
        </p:nvSpPr>
        <p:spPr>
          <a:xfrm>
            <a:off x="2076450" y="5001768"/>
            <a:ext cx="71247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00"/>
              </a:lnSpc>
            </a:pPr>
            <a:r>
              <a:rPr b="0" i="0" sz="3000">
                <a:solidFill>
                  <a:srgbClr val="FFFFFF"/>
                </a:solidFill>
                <a:latin typeface="Poppins Medium"/>
              </a:rPr>
              <a:t>Pemilik brand kosmetik</a:t>
            </a:r>
          </a:p>
        </p:txBody>
      </p:sp>
      <p:sp>
        <p:nvSpPr>
          <p:cNvPr id="7" name="Baris 2"/>
          <p:cNvSpPr/>
          <p:nvPr/>
        </p:nvSpPr>
        <p:spPr>
          <a:xfrm>
            <a:off x="762000" y="6297168"/>
            <a:ext cx="8763000" cy="1066800"/>
          </a:xfrm>
          <a:prstGeom prst="roundRect">
            <a:avLst>
              <a:gd name="adj" fmla="val 39285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ulatan centang"/>
          <p:cNvSpPr/>
          <p:nvPr/>
        </p:nvSpPr>
        <p:spPr>
          <a:xfrm>
            <a:off x="1085850" y="6468618"/>
            <a:ext cx="723900" cy="723900"/>
          </a:xfrm>
          <a:prstGeom prst="ellipse">
            <a:avLst/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Ikon check"/>
          <p:cNvSpPr/>
          <p:nvPr/>
        </p:nvSpPr>
        <p:spPr>
          <a:xfrm>
            <a:off x="1327150" y="6747621"/>
            <a:ext cx="241300" cy="165894"/>
          </a:xfrm>
          <a:custGeom>
            <a:avLst/>
            <a:gdLst/>
            <a:ahLst/>
            <a:cxnLst/>
            <a:rect l="l" t="t" r="r" b="b"/>
            <a:pathLst>
              <a:path w="241300" h="165894">
                <a:moveTo>
                  <a:pt x="0" y="90488"/>
                </a:moveTo>
                <a:lnTo>
                  <a:pt x="3279" y="93766"/>
                </a:lnTo>
                <a:lnTo>
                  <a:pt x="6557" y="97045"/>
                </a:lnTo>
                <a:lnTo>
                  <a:pt x="9836" y="100323"/>
                </a:lnTo>
                <a:lnTo>
                  <a:pt x="13114" y="103602"/>
                </a:lnTo>
                <a:lnTo>
                  <a:pt x="16393" y="106880"/>
                </a:lnTo>
                <a:lnTo>
                  <a:pt x="19671" y="110159"/>
                </a:lnTo>
                <a:lnTo>
                  <a:pt x="22950" y="113437"/>
                </a:lnTo>
                <a:lnTo>
                  <a:pt x="26228" y="116716"/>
                </a:lnTo>
                <a:lnTo>
                  <a:pt x="29507" y="119994"/>
                </a:lnTo>
                <a:lnTo>
                  <a:pt x="32785" y="123273"/>
                </a:lnTo>
                <a:lnTo>
                  <a:pt x="36064" y="126551"/>
                </a:lnTo>
                <a:lnTo>
                  <a:pt x="39342" y="129830"/>
                </a:lnTo>
                <a:lnTo>
                  <a:pt x="42621" y="133109"/>
                </a:lnTo>
                <a:lnTo>
                  <a:pt x="45899" y="136387"/>
                </a:lnTo>
                <a:lnTo>
                  <a:pt x="49178" y="139666"/>
                </a:lnTo>
                <a:lnTo>
                  <a:pt x="52457" y="142944"/>
                </a:lnTo>
                <a:lnTo>
                  <a:pt x="55735" y="146223"/>
                </a:lnTo>
                <a:lnTo>
                  <a:pt x="59014" y="149501"/>
                </a:lnTo>
                <a:lnTo>
                  <a:pt x="62292" y="152780"/>
                </a:lnTo>
                <a:lnTo>
                  <a:pt x="65571" y="156058"/>
                </a:lnTo>
                <a:lnTo>
                  <a:pt x="68849" y="159337"/>
                </a:lnTo>
                <a:lnTo>
                  <a:pt x="72128" y="162615"/>
                </a:lnTo>
                <a:lnTo>
                  <a:pt x="75406" y="165894"/>
                </a:lnTo>
                <a:lnTo>
                  <a:pt x="75406" y="165894"/>
                </a:lnTo>
                <a:lnTo>
                  <a:pt x="78659" y="162641"/>
                </a:lnTo>
                <a:lnTo>
                  <a:pt x="81912" y="159388"/>
                </a:lnTo>
                <a:lnTo>
                  <a:pt x="85165" y="156135"/>
                </a:lnTo>
                <a:lnTo>
                  <a:pt x="88418" y="152883"/>
                </a:lnTo>
                <a:lnTo>
                  <a:pt x="91670" y="149630"/>
                </a:lnTo>
                <a:lnTo>
                  <a:pt x="94923" y="146377"/>
                </a:lnTo>
                <a:lnTo>
                  <a:pt x="98176" y="143124"/>
                </a:lnTo>
                <a:lnTo>
                  <a:pt x="101429" y="139871"/>
                </a:lnTo>
                <a:lnTo>
                  <a:pt x="104682" y="136619"/>
                </a:lnTo>
                <a:lnTo>
                  <a:pt x="107934" y="133366"/>
                </a:lnTo>
                <a:lnTo>
                  <a:pt x="111187" y="130113"/>
                </a:lnTo>
                <a:lnTo>
                  <a:pt x="114440" y="126860"/>
                </a:lnTo>
                <a:lnTo>
                  <a:pt x="117693" y="123607"/>
                </a:lnTo>
                <a:lnTo>
                  <a:pt x="120946" y="120354"/>
                </a:lnTo>
                <a:lnTo>
                  <a:pt x="124199" y="117102"/>
                </a:lnTo>
                <a:lnTo>
                  <a:pt x="127451" y="113849"/>
                </a:lnTo>
                <a:lnTo>
                  <a:pt x="130704" y="110596"/>
                </a:lnTo>
                <a:lnTo>
                  <a:pt x="133957" y="107343"/>
                </a:lnTo>
                <a:lnTo>
                  <a:pt x="137210" y="104090"/>
                </a:lnTo>
                <a:lnTo>
                  <a:pt x="140463" y="100838"/>
                </a:lnTo>
                <a:lnTo>
                  <a:pt x="143715" y="97585"/>
                </a:lnTo>
                <a:lnTo>
                  <a:pt x="146968" y="94332"/>
                </a:lnTo>
                <a:lnTo>
                  <a:pt x="150221" y="91079"/>
                </a:lnTo>
                <a:lnTo>
                  <a:pt x="153474" y="87826"/>
                </a:lnTo>
                <a:lnTo>
                  <a:pt x="156727" y="84573"/>
                </a:lnTo>
                <a:lnTo>
                  <a:pt x="159980" y="81321"/>
                </a:lnTo>
                <a:lnTo>
                  <a:pt x="163232" y="78068"/>
                </a:lnTo>
                <a:lnTo>
                  <a:pt x="166485" y="74815"/>
                </a:lnTo>
                <a:lnTo>
                  <a:pt x="169738" y="71562"/>
                </a:lnTo>
                <a:lnTo>
                  <a:pt x="172991" y="68309"/>
                </a:lnTo>
                <a:lnTo>
                  <a:pt x="176244" y="65056"/>
                </a:lnTo>
                <a:lnTo>
                  <a:pt x="179496" y="61804"/>
                </a:lnTo>
                <a:lnTo>
                  <a:pt x="182749" y="58551"/>
                </a:lnTo>
                <a:lnTo>
                  <a:pt x="186002" y="55298"/>
                </a:lnTo>
                <a:lnTo>
                  <a:pt x="189255" y="52045"/>
                </a:lnTo>
                <a:lnTo>
                  <a:pt x="192508" y="48792"/>
                </a:lnTo>
                <a:lnTo>
                  <a:pt x="195761" y="45540"/>
                </a:lnTo>
                <a:lnTo>
                  <a:pt x="199013" y="42287"/>
                </a:lnTo>
                <a:lnTo>
                  <a:pt x="202266" y="39034"/>
                </a:lnTo>
                <a:lnTo>
                  <a:pt x="205519" y="35781"/>
                </a:lnTo>
                <a:lnTo>
                  <a:pt x="208772" y="32528"/>
                </a:lnTo>
                <a:lnTo>
                  <a:pt x="212025" y="29275"/>
                </a:lnTo>
                <a:lnTo>
                  <a:pt x="215277" y="26023"/>
                </a:lnTo>
                <a:lnTo>
                  <a:pt x="218530" y="22770"/>
                </a:lnTo>
                <a:lnTo>
                  <a:pt x="221783" y="19517"/>
                </a:lnTo>
                <a:lnTo>
                  <a:pt x="225036" y="16264"/>
                </a:lnTo>
                <a:lnTo>
                  <a:pt x="228289" y="13011"/>
                </a:lnTo>
                <a:lnTo>
                  <a:pt x="231542" y="9759"/>
                </a:lnTo>
                <a:lnTo>
                  <a:pt x="234794" y="6506"/>
                </a:lnTo>
                <a:lnTo>
                  <a:pt x="238047" y="3253"/>
                </a:lnTo>
                <a:lnTo>
                  <a:pt x="241300" y="0"/>
                </a:lnTo>
              </a:path>
            </a:pathLst>
          </a:custGeom>
          <a:noFill/>
          <a:ln w="39211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ks baris"/>
          <p:cNvSpPr txBox="1"/>
          <p:nvPr/>
        </p:nvSpPr>
        <p:spPr>
          <a:xfrm>
            <a:off x="2076450" y="6297168"/>
            <a:ext cx="71247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00"/>
              </a:lnSpc>
            </a:pPr>
            <a:r>
              <a:rPr b="0" i="0" sz="3000">
                <a:solidFill>
                  <a:srgbClr val="FFFFFF"/>
                </a:solidFill>
                <a:latin typeface="Poppins Medium"/>
              </a:rPr>
              <a:t>Formulator</a:t>
            </a:r>
          </a:p>
        </p:txBody>
      </p:sp>
      <p:sp>
        <p:nvSpPr>
          <p:cNvPr id="11" name="Baris 3"/>
          <p:cNvSpPr/>
          <p:nvPr/>
        </p:nvSpPr>
        <p:spPr>
          <a:xfrm>
            <a:off x="762000" y="7592568"/>
            <a:ext cx="8763000" cy="1066800"/>
          </a:xfrm>
          <a:prstGeom prst="roundRect">
            <a:avLst>
              <a:gd name="adj" fmla="val 39285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ulatan centang"/>
          <p:cNvSpPr/>
          <p:nvPr/>
        </p:nvSpPr>
        <p:spPr>
          <a:xfrm>
            <a:off x="1085850" y="7764018"/>
            <a:ext cx="723900" cy="723900"/>
          </a:xfrm>
          <a:prstGeom prst="ellipse">
            <a:avLst/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Ikon check"/>
          <p:cNvSpPr/>
          <p:nvPr/>
        </p:nvSpPr>
        <p:spPr>
          <a:xfrm>
            <a:off x="1327150" y="8043021"/>
            <a:ext cx="241300" cy="165894"/>
          </a:xfrm>
          <a:custGeom>
            <a:avLst/>
            <a:gdLst/>
            <a:ahLst/>
            <a:cxnLst/>
            <a:rect l="l" t="t" r="r" b="b"/>
            <a:pathLst>
              <a:path w="241300" h="165894">
                <a:moveTo>
                  <a:pt x="0" y="90488"/>
                </a:moveTo>
                <a:lnTo>
                  <a:pt x="3279" y="93766"/>
                </a:lnTo>
                <a:lnTo>
                  <a:pt x="6557" y="97045"/>
                </a:lnTo>
                <a:lnTo>
                  <a:pt x="9836" y="100323"/>
                </a:lnTo>
                <a:lnTo>
                  <a:pt x="13114" y="103602"/>
                </a:lnTo>
                <a:lnTo>
                  <a:pt x="16393" y="106880"/>
                </a:lnTo>
                <a:lnTo>
                  <a:pt x="19671" y="110159"/>
                </a:lnTo>
                <a:lnTo>
                  <a:pt x="22950" y="113437"/>
                </a:lnTo>
                <a:lnTo>
                  <a:pt x="26228" y="116716"/>
                </a:lnTo>
                <a:lnTo>
                  <a:pt x="29507" y="119994"/>
                </a:lnTo>
                <a:lnTo>
                  <a:pt x="32785" y="123273"/>
                </a:lnTo>
                <a:lnTo>
                  <a:pt x="36064" y="126551"/>
                </a:lnTo>
                <a:lnTo>
                  <a:pt x="39342" y="129830"/>
                </a:lnTo>
                <a:lnTo>
                  <a:pt x="42621" y="133109"/>
                </a:lnTo>
                <a:lnTo>
                  <a:pt x="45899" y="136387"/>
                </a:lnTo>
                <a:lnTo>
                  <a:pt x="49178" y="139666"/>
                </a:lnTo>
                <a:lnTo>
                  <a:pt x="52457" y="142944"/>
                </a:lnTo>
                <a:lnTo>
                  <a:pt x="55735" y="146223"/>
                </a:lnTo>
                <a:lnTo>
                  <a:pt x="59014" y="149501"/>
                </a:lnTo>
                <a:lnTo>
                  <a:pt x="62292" y="152780"/>
                </a:lnTo>
                <a:lnTo>
                  <a:pt x="65571" y="156058"/>
                </a:lnTo>
                <a:lnTo>
                  <a:pt x="68849" y="159337"/>
                </a:lnTo>
                <a:lnTo>
                  <a:pt x="72128" y="162615"/>
                </a:lnTo>
                <a:lnTo>
                  <a:pt x="75406" y="165894"/>
                </a:lnTo>
                <a:lnTo>
                  <a:pt x="75406" y="165894"/>
                </a:lnTo>
                <a:lnTo>
                  <a:pt x="78659" y="162641"/>
                </a:lnTo>
                <a:lnTo>
                  <a:pt x="81912" y="159388"/>
                </a:lnTo>
                <a:lnTo>
                  <a:pt x="85165" y="156135"/>
                </a:lnTo>
                <a:lnTo>
                  <a:pt x="88418" y="152883"/>
                </a:lnTo>
                <a:lnTo>
                  <a:pt x="91670" y="149630"/>
                </a:lnTo>
                <a:lnTo>
                  <a:pt x="94923" y="146377"/>
                </a:lnTo>
                <a:lnTo>
                  <a:pt x="98176" y="143124"/>
                </a:lnTo>
                <a:lnTo>
                  <a:pt x="101429" y="139871"/>
                </a:lnTo>
                <a:lnTo>
                  <a:pt x="104682" y="136619"/>
                </a:lnTo>
                <a:lnTo>
                  <a:pt x="107934" y="133366"/>
                </a:lnTo>
                <a:lnTo>
                  <a:pt x="111187" y="130113"/>
                </a:lnTo>
                <a:lnTo>
                  <a:pt x="114440" y="126860"/>
                </a:lnTo>
                <a:lnTo>
                  <a:pt x="117693" y="123607"/>
                </a:lnTo>
                <a:lnTo>
                  <a:pt x="120946" y="120354"/>
                </a:lnTo>
                <a:lnTo>
                  <a:pt x="124199" y="117102"/>
                </a:lnTo>
                <a:lnTo>
                  <a:pt x="127451" y="113849"/>
                </a:lnTo>
                <a:lnTo>
                  <a:pt x="130704" y="110596"/>
                </a:lnTo>
                <a:lnTo>
                  <a:pt x="133957" y="107343"/>
                </a:lnTo>
                <a:lnTo>
                  <a:pt x="137210" y="104090"/>
                </a:lnTo>
                <a:lnTo>
                  <a:pt x="140463" y="100838"/>
                </a:lnTo>
                <a:lnTo>
                  <a:pt x="143715" y="97585"/>
                </a:lnTo>
                <a:lnTo>
                  <a:pt x="146968" y="94332"/>
                </a:lnTo>
                <a:lnTo>
                  <a:pt x="150221" y="91079"/>
                </a:lnTo>
                <a:lnTo>
                  <a:pt x="153474" y="87826"/>
                </a:lnTo>
                <a:lnTo>
                  <a:pt x="156727" y="84573"/>
                </a:lnTo>
                <a:lnTo>
                  <a:pt x="159980" y="81321"/>
                </a:lnTo>
                <a:lnTo>
                  <a:pt x="163232" y="78068"/>
                </a:lnTo>
                <a:lnTo>
                  <a:pt x="166485" y="74815"/>
                </a:lnTo>
                <a:lnTo>
                  <a:pt x="169738" y="71562"/>
                </a:lnTo>
                <a:lnTo>
                  <a:pt x="172991" y="68309"/>
                </a:lnTo>
                <a:lnTo>
                  <a:pt x="176244" y="65056"/>
                </a:lnTo>
                <a:lnTo>
                  <a:pt x="179496" y="61804"/>
                </a:lnTo>
                <a:lnTo>
                  <a:pt x="182749" y="58551"/>
                </a:lnTo>
                <a:lnTo>
                  <a:pt x="186002" y="55298"/>
                </a:lnTo>
                <a:lnTo>
                  <a:pt x="189255" y="52045"/>
                </a:lnTo>
                <a:lnTo>
                  <a:pt x="192508" y="48792"/>
                </a:lnTo>
                <a:lnTo>
                  <a:pt x="195761" y="45540"/>
                </a:lnTo>
                <a:lnTo>
                  <a:pt x="199013" y="42287"/>
                </a:lnTo>
                <a:lnTo>
                  <a:pt x="202266" y="39034"/>
                </a:lnTo>
                <a:lnTo>
                  <a:pt x="205519" y="35781"/>
                </a:lnTo>
                <a:lnTo>
                  <a:pt x="208772" y="32528"/>
                </a:lnTo>
                <a:lnTo>
                  <a:pt x="212025" y="29275"/>
                </a:lnTo>
                <a:lnTo>
                  <a:pt x="215277" y="26023"/>
                </a:lnTo>
                <a:lnTo>
                  <a:pt x="218530" y="22770"/>
                </a:lnTo>
                <a:lnTo>
                  <a:pt x="221783" y="19517"/>
                </a:lnTo>
                <a:lnTo>
                  <a:pt x="225036" y="16264"/>
                </a:lnTo>
                <a:lnTo>
                  <a:pt x="228289" y="13011"/>
                </a:lnTo>
                <a:lnTo>
                  <a:pt x="231542" y="9759"/>
                </a:lnTo>
                <a:lnTo>
                  <a:pt x="234794" y="6506"/>
                </a:lnTo>
                <a:lnTo>
                  <a:pt x="238047" y="3253"/>
                </a:lnTo>
                <a:lnTo>
                  <a:pt x="241300" y="0"/>
                </a:lnTo>
              </a:path>
            </a:pathLst>
          </a:custGeom>
          <a:noFill/>
          <a:ln w="39211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ks baris"/>
          <p:cNvSpPr txBox="1"/>
          <p:nvPr/>
        </p:nvSpPr>
        <p:spPr>
          <a:xfrm>
            <a:off x="2076450" y="7592568"/>
            <a:ext cx="71247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00"/>
              </a:lnSpc>
            </a:pPr>
            <a:r>
              <a:rPr b="0" i="0" sz="3000">
                <a:solidFill>
                  <a:srgbClr val="FFFFFF"/>
                </a:solidFill>
                <a:latin typeface="Poppins Medium"/>
              </a:rPr>
              <a:t>Calon exhibitor Expo 2027</a:t>
            </a:r>
          </a:p>
        </p:txBody>
      </p:sp>
      <p:sp>
        <p:nvSpPr>
          <p:cNvPr id="15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ogo Shape besar" descr="logo-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2690908"/>
            <a:ext cx="5334000" cy="1857375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87737" y="4891183"/>
            <a:ext cx="4111526" cy="524828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FFFF"/>
            </a:solidFill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2932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Shape Expert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758910"/>
            <a:ext cx="8763000" cy="1078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496"/>
              </a:lnSpc>
            </a:pPr>
            <a:r>
              <a:rPr b="0" i="0" sz="7200">
                <a:solidFill>
                  <a:srgbClr val="FFFFFF"/>
                </a:solidFill>
                <a:latin typeface="Poppins ExtraBold"/>
              </a:rPr>
              <a:t>Sesi 5</a:t>
            </a:r>
          </a:p>
        </p:txBody>
      </p:sp>
      <p:sp>
        <p:nvSpPr>
          <p:cNvPr id="5" name="Kotak"/>
          <p:cNvSpPr/>
          <p:nvPr/>
        </p:nvSpPr>
        <p:spPr>
          <a:xfrm>
            <a:off x="762000" y="7180802"/>
            <a:ext cx="8763000" cy="1272540"/>
          </a:xfrm>
          <a:prstGeom prst="roundRect">
            <a:avLst>
              <a:gd name="adj" fmla="val 29940"/>
            </a:avLst>
          </a:prstGeom>
          <a:solidFill>
            <a:srgbClr val="3D73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7523702"/>
            <a:ext cx="77724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Aesthetics</a:t>
            </a:r>
          </a:p>
        </p:txBody>
      </p:sp>
      <p:sp>
        <p:nvSpPr>
          <p:cNvPr id="7" name="Bulatan kalender"/>
          <p:cNvSpPr/>
          <p:nvPr/>
        </p:nvSpPr>
        <p:spPr>
          <a:xfrm>
            <a:off x="2531864" y="8796242"/>
            <a:ext cx="990600" cy="990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Ikon calendar"/>
          <p:cNvSpPr/>
          <p:nvPr/>
        </p:nvSpPr>
        <p:spPr>
          <a:xfrm>
            <a:off x="2841427" y="9105805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61912" y="41275"/>
                </a:moveTo>
                <a:lnTo>
                  <a:pt x="68103" y="41275"/>
                </a:lnTo>
                <a:lnTo>
                  <a:pt x="74295" y="41275"/>
                </a:lnTo>
                <a:lnTo>
                  <a:pt x="80486" y="41275"/>
                </a:lnTo>
                <a:lnTo>
                  <a:pt x="86677" y="41275"/>
                </a:lnTo>
                <a:lnTo>
                  <a:pt x="92868" y="41275"/>
                </a:lnTo>
                <a:lnTo>
                  <a:pt x="99060" y="41275"/>
                </a:lnTo>
                <a:lnTo>
                  <a:pt x="105251" y="41275"/>
                </a:lnTo>
                <a:lnTo>
                  <a:pt x="111442" y="41275"/>
                </a:lnTo>
                <a:lnTo>
                  <a:pt x="117633" y="41275"/>
                </a:lnTo>
                <a:lnTo>
                  <a:pt x="123825" y="41275"/>
                </a:lnTo>
                <a:lnTo>
                  <a:pt x="130016" y="41275"/>
                </a:lnTo>
                <a:lnTo>
                  <a:pt x="136207" y="41275"/>
                </a:lnTo>
                <a:lnTo>
                  <a:pt x="142398" y="41275"/>
                </a:lnTo>
                <a:lnTo>
                  <a:pt x="148590" y="41275"/>
                </a:lnTo>
                <a:lnTo>
                  <a:pt x="154781" y="41275"/>
                </a:lnTo>
                <a:lnTo>
                  <a:pt x="160972" y="41275"/>
                </a:lnTo>
                <a:lnTo>
                  <a:pt x="167163" y="41275"/>
                </a:lnTo>
                <a:lnTo>
                  <a:pt x="173355" y="41275"/>
                </a:lnTo>
                <a:lnTo>
                  <a:pt x="179546" y="41275"/>
                </a:lnTo>
                <a:lnTo>
                  <a:pt x="185737" y="41275"/>
                </a:lnTo>
                <a:lnTo>
                  <a:pt x="191928" y="41275"/>
                </a:lnTo>
                <a:lnTo>
                  <a:pt x="198120" y="41275"/>
                </a:lnTo>
                <a:lnTo>
                  <a:pt x="204311" y="41275"/>
                </a:lnTo>
                <a:lnTo>
                  <a:pt x="210502" y="41275"/>
                </a:lnTo>
                <a:lnTo>
                  <a:pt x="216693" y="41275"/>
                </a:lnTo>
                <a:lnTo>
                  <a:pt x="222885" y="41275"/>
                </a:lnTo>
                <a:lnTo>
                  <a:pt x="229076" y="41275"/>
                </a:lnTo>
                <a:lnTo>
                  <a:pt x="235267" y="41275"/>
                </a:lnTo>
                <a:lnTo>
                  <a:pt x="241458" y="41275"/>
                </a:lnTo>
                <a:lnTo>
                  <a:pt x="247650" y="41275"/>
                </a:lnTo>
                <a:lnTo>
                  <a:pt x="253841" y="41275"/>
                </a:lnTo>
                <a:lnTo>
                  <a:pt x="260032" y="41275"/>
                </a:lnTo>
                <a:lnTo>
                  <a:pt x="266223" y="41275"/>
                </a:lnTo>
                <a:lnTo>
                  <a:pt x="272415" y="41275"/>
                </a:lnTo>
                <a:lnTo>
                  <a:pt x="278606" y="41275"/>
                </a:lnTo>
                <a:lnTo>
                  <a:pt x="284797" y="41275"/>
                </a:lnTo>
                <a:lnTo>
                  <a:pt x="290988" y="41275"/>
                </a:lnTo>
                <a:lnTo>
                  <a:pt x="297180" y="41275"/>
                </a:lnTo>
                <a:lnTo>
                  <a:pt x="303371" y="41275"/>
                </a:lnTo>
                <a:lnTo>
                  <a:pt x="309562" y="41275"/>
                </a:lnTo>
                <a:lnTo>
                  <a:pt x="309562" y="41275"/>
                </a:lnTo>
                <a:lnTo>
                  <a:pt x="316034" y="41614"/>
                </a:lnTo>
                <a:lnTo>
                  <a:pt x="322434" y="42628"/>
                </a:lnTo>
                <a:lnTo>
                  <a:pt x="328694" y="44305"/>
                </a:lnTo>
                <a:lnTo>
                  <a:pt x="334744" y="46627"/>
                </a:lnTo>
                <a:lnTo>
                  <a:pt x="340518" y="49569"/>
                </a:lnTo>
                <a:lnTo>
                  <a:pt x="345953" y="53099"/>
                </a:lnTo>
                <a:lnTo>
                  <a:pt x="350990" y="57177"/>
                </a:lnTo>
                <a:lnTo>
                  <a:pt x="355572" y="61760"/>
                </a:lnTo>
                <a:lnTo>
                  <a:pt x="359650" y="66796"/>
                </a:lnTo>
                <a:lnTo>
                  <a:pt x="363180" y="72231"/>
                </a:lnTo>
                <a:lnTo>
                  <a:pt x="366122" y="78005"/>
                </a:lnTo>
                <a:lnTo>
                  <a:pt x="368444" y="84055"/>
                </a:lnTo>
                <a:lnTo>
                  <a:pt x="370122" y="90315"/>
                </a:lnTo>
                <a:lnTo>
                  <a:pt x="371135" y="96716"/>
                </a:lnTo>
                <a:lnTo>
                  <a:pt x="371475" y="103187"/>
                </a:lnTo>
                <a:lnTo>
                  <a:pt x="371475" y="103187"/>
                </a:lnTo>
                <a:lnTo>
                  <a:pt x="371475" y="109441"/>
                </a:lnTo>
                <a:lnTo>
                  <a:pt x="371475" y="115695"/>
                </a:lnTo>
                <a:lnTo>
                  <a:pt x="371475" y="121949"/>
                </a:lnTo>
                <a:lnTo>
                  <a:pt x="371475" y="128202"/>
                </a:lnTo>
                <a:lnTo>
                  <a:pt x="371475" y="134456"/>
                </a:lnTo>
                <a:lnTo>
                  <a:pt x="371475" y="140710"/>
                </a:lnTo>
                <a:lnTo>
                  <a:pt x="371475" y="146964"/>
                </a:lnTo>
                <a:lnTo>
                  <a:pt x="371475" y="153218"/>
                </a:lnTo>
                <a:lnTo>
                  <a:pt x="371475" y="159471"/>
                </a:lnTo>
                <a:lnTo>
                  <a:pt x="371475" y="165725"/>
                </a:lnTo>
                <a:lnTo>
                  <a:pt x="371475" y="171979"/>
                </a:lnTo>
                <a:lnTo>
                  <a:pt x="371475" y="178233"/>
                </a:lnTo>
                <a:lnTo>
                  <a:pt x="371475" y="184486"/>
                </a:lnTo>
                <a:lnTo>
                  <a:pt x="371475" y="190740"/>
                </a:lnTo>
                <a:lnTo>
                  <a:pt x="371475" y="196994"/>
                </a:lnTo>
                <a:lnTo>
                  <a:pt x="371475" y="203248"/>
                </a:lnTo>
                <a:lnTo>
                  <a:pt x="371475" y="209502"/>
                </a:lnTo>
                <a:lnTo>
                  <a:pt x="371475" y="215755"/>
                </a:lnTo>
                <a:lnTo>
                  <a:pt x="371475" y="222009"/>
                </a:lnTo>
                <a:lnTo>
                  <a:pt x="371475" y="228263"/>
                </a:lnTo>
                <a:lnTo>
                  <a:pt x="371475" y="234517"/>
                </a:lnTo>
                <a:lnTo>
                  <a:pt x="371475" y="240771"/>
                </a:lnTo>
                <a:lnTo>
                  <a:pt x="371475" y="247024"/>
                </a:lnTo>
                <a:lnTo>
                  <a:pt x="371475" y="253278"/>
                </a:lnTo>
                <a:lnTo>
                  <a:pt x="371475" y="259532"/>
                </a:lnTo>
                <a:lnTo>
                  <a:pt x="371475" y="265786"/>
                </a:lnTo>
                <a:lnTo>
                  <a:pt x="371475" y="272040"/>
                </a:lnTo>
                <a:lnTo>
                  <a:pt x="371475" y="278293"/>
                </a:lnTo>
                <a:lnTo>
                  <a:pt x="371475" y="284547"/>
                </a:lnTo>
                <a:lnTo>
                  <a:pt x="371475" y="290801"/>
                </a:lnTo>
                <a:lnTo>
                  <a:pt x="371475" y="297055"/>
                </a:lnTo>
                <a:lnTo>
                  <a:pt x="371475" y="303308"/>
                </a:lnTo>
                <a:lnTo>
                  <a:pt x="371475" y="309562"/>
                </a:lnTo>
                <a:lnTo>
                  <a:pt x="371475" y="309562"/>
                </a:lnTo>
                <a:lnTo>
                  <a:pt x="371135" y="316034"/>
                </a:lnTo>
                <a:lnTo>
                  <a:pt x="370122" y="322435"/>
                </a:lnTo>
                <a:lnTo>
                  <a:pt x="368444" y="328694"/>
                </a:lnTo>
                <a:lnTo>
                  <a:pt x="366122" y="334744"/>
                </a:lnTo>
                <a:lnTo>
                  <a:pt x="363180" y="340519"/>
                </a:lnTo>
                <a:lnTo>
                  <a:pt x="359650" y="345954"/>
                </a:lnTo>
                <a:lnTo>
                  <a:pt x="355572" y="350990"/>
                </a:lnTo>
                <a:lnTo>
                  <a:pt x="350990" y="355572"/>
                </a:lnTo>
                <a:lnTo>
                  <a:pt x="345953" y="359651"/>
                </a:lnTo>
                <a:lnTo>
                  <a:pt x="340518" y="363180"/>
                </a:lnTo>
                <a:lnTo>
                  <a:pt x="334744" y="366122"/>
                </a:lnTo>
                <a:lnTo>
                  <a:pt x="328694" y="368445"/>
                </a:lnTo>
                <a:lnTo>
                  <a:pt x="322434" y="370122"/>
                </a:lnTo>
                <a:lnTo>
                  <a:pt x="316034" y="371136"/>
                </a:lnTo>
                <a:lnTo>
                  <a:pt x="309562" y="371475"/>
                </a:lnTo>
                <a:lnTo>
                  <a:pt x="309562" y="371475"/>
                </a:lnTo>
                <a:lnTo>
                  <a:pt x="303371" y="371475"/>
                </a:lnTo>
                <a:lnTo>
                  <a:pt x="297180" y="371475"/>
                </a:lnTo>
                <a:lnTo>
                  <a:pt x="290988" y="371475"/>
                </a:lnTo>
                <a:lnTo>
                  <a:pt x="284797" y="371475"/>
                </a:lnTo>
                <a:lnTo>
                  <a:pt x="278606" y="371475"/>
                </a:lnTo>
                <a:lnTo>
                  <a:pt x="272415" y="371475"/>
                </a:lnTo>
                <a:lnTo>
                  <a:pt x="266223" y="371475"/>
                </a:lnTo>
                <a:lnTo>
                  <a:pt x="260032" y="371475"/>
                </a:lnTo>
                <a:lnTo>
                  <a:pt x="253841" y="371475"/>
                </a:lnTo>
                <a:lnTo>
                  <a:pt x="247650" y="371475"/>
                </a:lnTo>
                <a:lnTo>
                  <a:pt x="241458" y="371475"/>
                </a:lnTo>
                <a:lnTo>
                  <a:pt x="235267" y="371475"/>
                </a:lnTo>
                <a:lnTo>
                  <a:pt x="229076" y="371475"/>
                </a:lnTo>
                <a:lnTo>
                  <a:pt x="222885" y="371475"/>
                </a:lnTo>
                <a:lnTo>
                  <a:pt x="216693" y="371475"/>
                </a:lnTo>
                <a:lnTo>
                  <a:pt x="210502" y="371475"/>
                </a:lnTo>
                <a:lnTo>
                  <a:pt x="204311" y="371475"/>
                </a:lnTo>
                <a:lnTo>
                  <a:pt x="198120" y="371475"/>
                </a:lnTo>
                <a:lnTo>
                  <a:pt x="191928" y="371475"/>
                </a:lnTo>
                <a:lnTo>
                  <a:pt x="185737" y="371475"/>
                </a:lnTo>
                <a:lnTo>
                  <a:pt x="179546" y="371475"/>
                </a:lnTo>
                <a:lnTo>
                  <a:pt x="173355" y="371475"/>
                </a:lnTo>
                <a:lnTo>
                  <a:pt x="167163" y="371475"/>
                </a:lnTo>
                <a:lnTo>
                  <a:pt x="160972" y="371475"/>
                </a:lnTo>
                <a:lnTo>
                  <a:pt x="154781" y="371475"/>
                </a:lnTo>
                <a:lnTo>
                  <a:pt x="148590" y="371475"/>
                </a:lnTo>
                <a:lnTo>
                  <a:pt x="142398" y="371475"/>
                </a:lnTo>
                <a:lnTo>
                  <a:pt x="136207" y="371475"/>
                </a:lnTo>
                <a:lnTo>
                  <a:pt x="130016" y="371475"/>
                </a:lnTo>
                <a:lnTo>
                  <a:pt x="123825" y="371475"/>
                </a:lnTo>
                <a:lnTo>
                  <a:pt x="117633" y="371475"/>
                </a:lnTo>
                <a:lnTo>
                  <a:pt x="111442" y="371475"/>
                </a:lnTo>
                <a:lnTo>
                  <a:pt x="105251" y="371475"/>
                </a:lnTo>
                <a:lnTo>
                  <a:pt x="99060" y="371475"/>
                </a:lnTo>
                <a:lnTo>
                  <a:pt x="92868" y="371475"/>
                </a:lnTo>
                <a:lnTo>
                  <a:pt x="86677" y="371475"/>
                </a:lnTo>
                <a:lnTo>
                  <a:pt x="80486" y="371475"/>
                </a:lnTo>
                <a:lnTo>
                  <a:pt x="74295" y="371475"/>
                </a:lnTo>
                <a:lnTo>
                  <a:pt x="68103" y="371475"/>
                </a:lnTo>
                <a:lnTo>
                  <a:pt x="61912" y="371475"/>
                </a:lnTo>
                <a:lnTo>
                  <a:pt x="61912" y="371475"/>
                </a:lnTo>
                <a:lnTo>
                  <a:pt x="55440" y="371136"/>
                </a:lnTo>
                <a:lnTo>
                  <a:pt x="49040" y="370122"/>
                </a:lnTo>
                <a:lnTo>
                  <a:pt x="42780" y="368445"/>
                </a:lnTo>
                <a:lnTo>
                  <a:pt x="36730" y="366122"/>
                </a:lnTo>
                <a:lnTo>
                  <a:pt x="30956" y="363180"/>
                </a:lnTo>
                <a:lnTo>
                  <a:pt x="25521" y="359651"/>
                </a:lnTo>
                <a:lnTo>
                  <a:pt x="20485" y="355572"/>
                </a:lnTo>
                <a:lnTo>
                  <a:pt x="15902" y="350990"/>
                </a:lnTo>
                <a:lnTo>
                  <a:pt x="11824" y="345954"/>
                </a:lnTo>
                <a:lnTo>
                  <a:pt x="8294" y="340519"/>
                </a:lnTo>
                <a:lnTo>
                  <a:pt x="5352" y="334744"/>
                </a:lnTo>
                <a:lnTo>
                  <a:pt x="3030" y="328694"/>
                </a:lnTo>
                <a:lnTo>
                  <a:pt x="1352" y="322435"/>
                </a:lnTo>
                <a:lnTo>
                  <a:pt x="339" y="316034"/>
                </a:lnTo>
                <a:lnTo>
                  <a:pt x="0" y="309562"/>
                </a:lnTo>
                <a:lnTo>
                  <a:pt x="0" y="309562"/>
                </a:lnTo>
                <a:lnTo>
                  <a:pt x="0" y="303308"/>
                </a:lnTo>
                <a:lnTo>
                  <a:pt x="0" y="297055"/>
                </a:lnTo>
                <a:lnTo>
                  <a:pt x="0" y="290801"/>
                </a:lnTo>
                <a:lnTo>
                  <a:pt x="0" y="284547"/>
                </a:lnTo>
                <a:lnTo>
                  <a:pt x="0" y="278293"/>
                </a:lnTo>
                <a:lnTo>
                  <a:pt x="0" y="272040"/>
                </a:lnTo>
                <a:lnTo>
                  <a:pt x="0" y="265786"/>
                </a:lnTo>
                <a:lnTo>
                  <a:pt x="0" y="259532"/>
                </a:lnTo>
                <a:lnTo>
                  <a:pt x="0" y="253278"/>
                </a:lnTo>
                <a:lnTo>
                  <a:pt x="0" y="247024"/>
                </a:lnTo>
                <a:lnTo>
                  <a:pt x="0" y="240771"/>
                </a:lnTo>
                <a:lnTo>
                  <a:pt x="0" y="234517"/>
                </a:lnTo>
                <a:lnTo>
                  <a:pt x="0" y="228263"/>
                </a:lnTo>
                <a:lnTo>
                  <a:pt x="0" y="222009"/>
                </a:lnTo>
                <a:lnTo>
                  <a:pt x="0" y="215755"/>
                </a:lnTo>
                <a:lnTo>
                  <a:pt x="0" y="209502"/>
                </a:lnTo>
                <a:lnTo>
                  <a:pt x="0" y="203248"/>
                </a:lnTo>
                <a:lnTo>
                  <a:pt x="0" y="196994"/>
                </a:lnTo>
                <a:lnTo>
                  <a:pt x="0" y="190740"/>
                </a:lnTo>
                <a:lnTo>
                  <a:pt x="0" y="184486"/>
                </a:lnTo>
                <a:lnTo>
                  <a:pt x="0" y="178233"/>
                </a:lnTo>
                <a:lnTo>
                  <a:pt x="0" y="171979"/>
                </a:lnTo>
                <a:lnTo>
                  <a:pt x="0" y="165725"/>
                </a:lnTo>
                <a:lnTo>
                  <a:pt x="0" y="159471"/>
                </a:lnTo>
                <a:lnTo>
                  <a:pt x="0" y="153218"/>
                </a:lnTo>
                <a:lnTo>
                  <a:pt x="0" y="146964"/>
                </a:lnTo>
                <a:lnTo>
                  <a:pt x="0" y="140710"/>
                </a:lnTo>
                <a:lnTo>
                  <a:pt x="0" y="134456"/>
                </a:lnTo>
                <a:lnTo>
                  <a:pt x="0" y="128202"/>
                </a:lnTo>
                <a:lnTo>
                  <a:pt x="0" y="121949"/>
                </a:lnTo>
                <a:lnTo>
                  <a:pt x="0" y="115695"/>
                </a:lnTo>
                <a:lnTo>
                  <a:pt x="0" y="109441"/>
                </a:lnTo>
                <a:lnTo>
                  <a:pt x="0" y="103187"/>
                </a:lnTo>
                <a:lnTo>
                  <a:pt x="0" y="103187"/>
                </a:lnTo>
                <a:lnTo>
                  <a:pt x="339" y="96716"/>
                </a:lnTo>
                <a:lnTo>
                  <a:pt x="1352" y="90315"/>
                </a:lnTo>
                <a:lnTo>
                  <a:pt x="3030" y="84055"/>
                </a:lnTo>
                <a:lnTo>
                  <a:pt x="5352" y="78005"/>
                </a:lnTo>
                <a:lnTo>
                  <a:pt x="8294" y="72231"/>
                </a:lnTo>
                <a:lnTo>
                  <a:pt x="11824" y="66796"/>
                </a:lnTo>
                <a:lnTo>
                  <a:pt x="15902" y="61760"/>
                </a:lnTo>
                <a:lnTo>
                  <a:pt x="20485" y="57177"/>
                </a:lnTo>
                <a:lnTo>
                  <a:pt x="25521" y="53099"/>
                </a:lnTo>
                <a:lnTo>
                  <a:pt x="30956" y="49569"/>
                </a:lnTo>
                <a:lnTo>
                  <a:pt x="36730" y="46627"/>
                </a:lnTo>
                <a:lnTo>
                  <a:pt x="42780" y="44305"/>
                </a:lnTo>
                <a:lnTo>
                  <a:pt x="49040" y="42628"/>
                </a:lnTo>
                <a:lnTo>
                  <a:pt x="55440" y="41614"/>
                </a:lnTo>
                <a:lnTo>
                  <a:pt x="61912" y="41275"/>
                </a:lnTo>
                <a:moveTo>
                  <a:pt x="0" y="144462"/>
                </a:moveTo>
                <a:lnTo>
                  <a:pt x="6191" y="144462"/>
                </a:lnTo>
                <a:lnTo>
                  <a:pt x="12382" y="144462"/>
                </a:lnTo>
                <a:lnTo>
                  <a:pt x="18573" y="144462"/>
                </a:lnTo>
                <a:lnTo>
                  <a:pt x="24765" y="144462"/>
                </a:lnTo>
                <a:lnTo>
                  <a:pt x="30956" y="144462"/>
                </a:lnTo>
                <a:lnTo>
                  <a:pt x="37147" y="144462"/>
                </a:lnTo>
                <a:lnTo>
                  <a:pt x="43338" y="144462"/>
                </a:lnTo>
                <a:lnTo>
                  <a:pt x="49530" y="144462"/>
                </a:lnTo>
                <a:lnTo>
                  <a:pt x="55721" y="144462"/>
                </a:lnTo>
                <a:lnTo>
                  <a:pt x="61912" y="144462"/>
                </a:lnTo>
                <a:lnTo>
                  <a:pt x="68103" y="144462"/>
                </a:lnTo>
                <a:lnTo>
                  <a:pt x="74295" y="144462"/>
                </a:lnTo>
                <a:lnTo>
                  <a:pt x="80486" y="144462"/>
                </a:lnTo>
                <a:lnTo>
                  <a:pt x="86677" y="144462"/>
                </a:lnTo>
                <a:lnTo>
                  <a:pt x="92868" y="144462"/>
                </a:lnTo>
                <a:lnTo>
                  <a:pt x="99060" y="144462"/>
                </a:lnTo>
                <a:lnTo>
                  <a:pt x="105251" y="144462"/>
                </a:lnTo>
                <a:lnTo>
                  <a:pt x="111442" y="144462"/>
                </a:lnTo>
                <a:lnTo>
                  <a:pt x="117633" y="144462"/>
                </a:lnTo>
                <a:lnTo>
                  <a:pt x="123825" y="144462"/>
                </a:lnTo>
                <a:lnTo>
                  <a:pt x="130016" y="144462"/>
                </a:lnTo>
                <a:lnTo>
                  <a:pt x="136207" y="144462"/>
                </a:lnTo>
                <a:lnTo>
                  <a:pt x="142398" y="144462"/>
                </a:lnTo>
                <a:lnTo>
                  <a:pt x="148590" y="144462"/>
                </a:lnTo>
                <a:lnTo>
                  <a:pt x="154781" y="144462"/>
                </a:lnTo>
                <a:lnTo>
                  <a:pt x="160972" y="144462"/>
                </a:lnTo>
                <a:lnTo>
                  <a:pt x="167163" y="144462"/>
                </a:lnTo>
                <a:lnTo>
                  <a:pt x="173355" y="144462"/>
                </a:lnTo>
                <a:lnTo>
                  <a:pt x="179546" y="144462"/>
                </a:lnTo>
                <a:lnTo>
                  <a:pt x="185737" y="144462"/>
                </a:lnTo>
                <a:lnTo>
                  <a:pt x="191928" y="144462"/>
                </a:lnTo>
                <a:lnTo>
                  <a:pt x="198120" y="144462"/>
                </a:lnTo>
                <a:lnTo>
                  <a:pt x="204311" y="144462"/>
                </a:lnTo>
                <a:lnTo>
                  <a:pt x="210502" y="144462"/>
                </a:lnTo>
                <a:lnTo>
                  <a:pt x="216693" y="144462"/>
                </a:lnTo>
                <a:lnTo>
                  <a:pt x="222885" y="144462"/>
                </a:lnTo>
                <a:lnTo>
                  <a:pt x="229076" y="144462"/>
                </a:lnTo>
                <a:lnTo>
                  <a:pt x="235267" y="144462"/>
                </a:lnTo>
                <a:lnTo>
                  <a:pt x="241458" y="144462"/>
                </a:lnTo>
                <a:lnTo>
                  <a:pt x="247650" y="144462"/>
                </a:lnTo>
                <a:lnTo>
                  <a:pt x="253841" y="144462"/>
                </a:lnTo>
                <a:lnTo>
                  <a:pt x="260032" y="144462"/>
                </a:lnTo>
                <a:lnTo>
                  <a:pt x="266223" y="144462"/>
                </a:lnTo>
                <a:lnTo>
                  <a:pt x="272415" y="144462"/>
                </a:lnTo>
                <a:lnTo>
                  <a:pt x="278606" y="144462"/>
                </a:lnTo>
                <a:lnTo>
                  <a:pt x="284797" y="144462"/>
                </a:lnTo>
                <a:lnTo>
                  <a:pt x="290988" y="144462"/>
                </a:lnTo>
                <a:lnTo>
                  <a:pt x="297180" y="144462"/>
                </a:lnTo>
                <a:lnTo>
                  <a:pt x="303371" y="144462"/>
                </a:lnTo>
                <a:lnTo>
                  <a:pt x="309562" y="144462"/>
                </a:lnTo>
                <a:lnTo>
                  <a:pt x="315753" y="144462"/>
                </a:lnTo>
                <a:lnTo>
                  <a:pt x="321945" y="144462"/>
                </a:lnTo>
                <a:lnTo>
                  <a:pt x="328136" y="144462"/>
                </a:lnTo>
                <a:lnTo>
                  <a:pt x="334327" y="144462"/>
                </a:lnTo>
                <a:lnTo>
                  <a:pt x="340518" y="144462"/>
                </a:lnTo>
                <a:lnTo>
                  <a:pt x="346710" y="144462"/>
                </a:lnTo>
                <a:lnTo>
                  <a:pt x="352901" y="144462"/>
                </a:lnTo>
                <a:lnTo>
                  <a:pt x="359092" y="144462"/>
                </a:lnTo>
                <a:lnTo>
                  <a:pt x="365283" y="144462"/>
                </a:lnTo>
                <a:lnTo>
                  <a:pt x="371475" y="144462"/>
                </a:lnTo>
                <a:moveTo>
                  <a:pt x="103187" y="0"/>
                </a:moveTo>
                <a:lnTo>
                  <a:pt x="103187" y="6350"/>
                </a:lnTo>
                <a:lnTo>
                  <a:pt x="103187" y="12700"/>
                </a:lnTo>
                <a:lnTo>
                  <a:pt x="103187" y="19050"/>
                </a:lnTo>
                <a:lnTo>
                  <a:pt x="103187" y="25400"/>
                </a:lnTo>
                <a:lnTo>
                  <a:pt x="103187" y="31750"/>
                </a:lnTo>
                <a:lnTo>
                  <a:pt x="103187" y="38100"/>
                </a:lnTo>
                <a:lnTo>
                  <a:pt x="103187" y="44450"/>
                </a:lnTo>
                <a:lnTo>
                  <a:pt x="103187" y="50800"/>
                </a:lnTo>
                <a:lnTo>
                  <a:pt x="103187" y="57150"/>
                </a:lnTo>
                <a:lnTo>
                  <a:pt x="103187" y="63500"/>
                </a:lnTo>
                <a:lnTo>
                  <a:pt x="103187" y="69850"/>
                </a:lnTo>
                <a:lnTo>
                  <a:pt x="103187" y="76200"/>
                </a:lnTo>
                <a:lnTo>
                  <a:pt x="103187" y="82550"/>
                </a:lnTo>
                <a:moveTo>
                  <a:pt x="268287" y="0"/>
                </a:moveTo>
                <a:lnTo>
                  <a:pt x="268287" y="6350"/>
                </a:lnTo>
                <a:lnTo>
                  <a:pt x="268287" y="12700"/>
                </a:lnTo>
                <a:lnTo>
                  <a:pt x="268287" y="19050"/>
                </a:lnTo>
                <a:lnTo>
                  <a:pt x="268287" y="25400"/>
                </a:lnTo>
                <a:lnTo>
                  <a:pt x="268287" y="31750"/>
                </a:lnTo>
                <a:lnTo>
                  <a:pt x="268287" y="38100"/>
                </a:lnTo>
                <a:lnTo>
                  <a:pt x="268287" y="44450"/>
                </a:lnTo>
                <a:lnTo>
                  <a:pt x="268287" y="50800"/>
                </a:lnTo>
                <a:lnTo>
                  <a:pt x="268287" y="57150"/>
                </a:lnTo>
                <a:lnTo>
                  <a:pt x="268287" y="63500"/>
                </a:lnTo>
                <a:lnTo>
                  <a:pt x="268287" y="69850"/>
                </a:lnTo>
                <a:lnTo>
                  <a:pt x="268287" y="76200"/>
                </a:lnTo>
                <a:lnTo>
                  <a:pt x="268287" y="82550"/>
                </a:lnTo>
              </a:path>
            </a:pathLst>
          </a:custGeom>
          <a:noFill/>
          <a:ln w="41275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2014" y="8796242"/>
            <a:ext cx="4213622" cy="990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5759"/>
              </a:lnSpc>
            </a:pPr>
            <a:r>
              <a:rPr b="1" i="0" sz="4800">
                <a:solidFill>
                  <a:srgbClr val="FFFFFF"/>
                </a:solidFill>
                <a:latin typeface="Poppins"/>
              </a:rPr>
              <a:t>Segera hadir</a:t>
            </a:r>
          </a:p>
        </p:txBody>
      </p:sp>
      <p:sp>
        <p:nvSpPr>
          <p:cNvPr id="10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ulatan ikon"/>
          <p:cNvSpPr/>
          <p:nvPr/>
        </p:nvSpPr>
        <p:spPr>
          <a:xfrm>
            <a:off x="4429125" y="2605850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Ikon link"/>
          <p:cNvSpPr/>
          <p:nvPr/>
        </p:nvSpPr>
        <p:spPr>
          <a:xfrm>
            <a:off x="4937154" y="3113878"/>
            <a:ext cx="412692" cy="412693"/>
          </a:xfrm>
          <a:custGeom>
            <a:avLst/>
            <a:gdLst/>
            <a:ahLst/>
            <a:cxnLst/>
            <a:rect l="l" t="t" r="r" b="b"/>
            <a:pathLst>
              <a:path w="412692" h="412693">
                <a:moveTo>
                  <a:pt x="153958" y="258734"/>
                </a:moveTo>
                <a:lnTo>
                  <a:pt x="159719" y="264157"/>
                </a:lnTo>
                <a:lnTo>
                  <a:pt x="165872" y="269131"/>
                </a:lnTo>
                <a:lnTo>
                  <a:pt x="172383" y="273626"/>
                </a:lnTo>
                <a:lnTo>
                  <a:pt x="179214" y="277616"/>
                </a:lnTo>
                <a:lnTo>
                  <a:pt x="186327" y="281080"/>
                </a:lnTo>
                <a:lnTo>
                  <a:pt x="193681" y="283998"/>
                </a:lnTo>
                <a:lnTo>
                  <a:pt x="201235" y="286352"/>
                </a:lnTo>
                <a:lnTo>
                  <a:pt x="208944" y="288129"/>
                </a:lnTo>
                <a:lnTo>
                  <a:pt x="216766" y="289320"/>
                </a:lnTo>
                <a:lnTo>
                  <a:pt x="224655" y="289917"/>
                </a:lnTo>
                <a:lnTo>
                  <a:pt x="232567" y="289917"/>
                </a:lnTo>
                <a:lnTo>
                  <a:pt x="240456" y="289320"/>
                </a:lnTo>
                <a:lnTo>
                  <a:pt x="248277" y="288129"/>
                </a:lnTo>
                <a:lnTo>
                  <a:pt x="255987" y="286352"/>
                </a:lnTo>
                <a:lnTo>
                  <a:pt x="263540" y="283998"/>
                </a:lnTo>
                <a:lnTo>
                  <a:pt x="270894" y="281080"/>
                </a:lnTo>
                <a:lnTo>
                  <a:pt x="278007" y="277616"/>
                </a:lnTo>
                <a:lnTo>
                  <a:pt x="284839" y="273626"/>
                </a:lnTo>
                <a:lnTo>
                  <a:pt x="291350" y="269131"/>
                </a:lnTo>
                <a:lnTo>
                  <a:pt x="297503" y="264157"/>
                </a:lnTo>
                <a:lnTo>
                  <a:pt x="303263" y="258734"/>
                </a:lnTo>
                <a:lnTo>
                  <a:pt x="303263" y="258734"/>
                </a:lnTo>
                <a:lnTo>
                  <a:pt x="308876" y="253121"/>
                </a:lnTo>
                <a:lnTo>
                  <a:pt x="314489" y="247508"/>
                </a:lnTo>
                <a:lnTo>
                  <a:pt x="320102" y="241895"/>
                </a:lnTo>
                <a:lnTo>
                  <a:pt x="325715" y="236282"/>
                </a:lnTo>
                <a:lnTo>
                  <a:pt x="331328" y="230669"/>
                </a:lnTo>
                <a:lnTo>
                  <a:pt x="336941" y="225056"/>
                </a:lnTo>
                <a:lnTo>
                  <a:pt x="342554" y="219443"/>
                </a:lnTo>
                <a:lnTo>
                  <a:pt x="348166" y="213830"/>
                </a:lnTo>
                <a:lnTo>
                  <a:pt x="353779" y="208217"/>
                </a:lnTo>
                <a:lnTo>
                  <a:pt x="359392" y="202605"/>
                </a:lnTo>
                <a:lnTo>
                  <a:pt x="365005" y="196992"/>
                </a:lnTo>
                <a:lnTo>
                  <a:pt x="370618" y="191379"/>
                </a:lnTo>
                <a:lnTo>
                  <a:pt x="376231" y="185766"/>
                </a:lnTo>
                <a:lnTo>
                  <a:pt x="381844" y="180153"/>
                </a:lnTo>
                <a:lnTo>
                  <a:pt x="381844" y="180153"/>
                </a:lnTo>
                <a:lnTo>
                  <a:pt x="387214" y="174365"/>
                </a:lnTo>
                <a:lnTo>
                  <a:pt x="392137" y="168193"/>
                </a:lnTo>
                <a:lnTo>
                  <a:pt x="396584" y="161669"/>
                </a:lnTo>
                <a:lnTo>
                  <a:pt x="400532" y="154832"/>
                </a:lnTo>
                <a:lnTo>
                  <a:pt x="403957" y="147719"/>
                </a:lnTo>
                <a:lnTo>
                  <a:pt x="406842" y="140369"/>
                </a:lnTo>
                <a:lnTo>
                  <a:pt x="409169" y="132825"/>
                </a:lnTo>
                <a:lnTo>
                  <a:pt x="410926" y="125128"/>
                </a:lnTo>
                <a:lnTo>
                  <a:pt x="412102" y="117321"/>
                </a:lnTo>
                <a:lnTo>
                  <a:pt x="412692" y="109448"/>
                </a:lnTo>
                <a:lnTo>
                  <a:pt x="412692" y="101553"/>
                </a:lnTo>
                <a:lnTo>
                  <a:pt x="412102" y="93680"/>
                </a:lnTo>
                <a:lnTo>
                  <a:pt x="410926" y="85873"/>
                </a:lnTo>
                <a:lnTo>
                  <a:pt x="409169" y="78176"/>
                </a:lnTo>
                <a:lnTo>
                  <a:pt x="406842" y="70632"/>
                </a:lnTo>
                <a:lnTo>
                  <a:pt x="403957" y="63282"/>
                </a:lnTo>
                <a:lnTo>
                  <a:pt x="400532" y="56169"/>
                </a:lnTo>
                <a:lnTo>
                  <a:pt x="396584" y="49332"/>
                </a:lnTo>
                <a:lnTo>
                  <a:pt x="392137" y="42809"/>
                </a:lnTo>
                <a:lnTo>
                  <a:pt x="387214" y="36636"/>
                </a:lnTo>
                <a:lnTo>
                  <a:pt x="381844" y="30848"/>
                </a:lnTo>
                <a:lnTo>
                  <a:pt x="376057" y="25478"/>
                </a:lnTo>
                <a:lnTo>
                  <a:pt x="369884" y="20556"/>
                </a:lnTo>
                <a:lnTo>
                  <a:pt x="363361" y="16108"/>
                </a:lnTo>
                <a:lnTo>
                  <a:pt x="356523" y="12161"/>
                </a:lnTo>
                <a:lnTo>
                  <a:pt x="349410" y="8735"/>
                </a:lnTo>
                <a:lnTo>
                  <a:pt x="342061" y="5851"/>
                </a:lnTo>
                <a:lnTo>
                  <a:pt x="334517" y="3524"/>
                </a:lnTo>
                <a:lnTo>
                  <a:pt x="326819" y="1767"/>
                </a:lnTo>
                <a:lnTo>
                  <a:pt x="319012" y="590"/>
                </a:lnTo>
                <a:lnTo>
                  <a:pt x="311139" y="0"/>
                </a:lnTo>
                <a:lnTo>
                  <a:pt x="303244" y="0"/>
                </a:lnTo>
                <a:lnTo>
                  <a:pt x="295371" y="590"/>
                </a:lnTo>
                <a:lnTo>
                  <a:pt x="287564" y="1767"/>
                </a:lnTo>
                <a:lnTo>
                  <a:pt x="279867" y="3524"/>
                </a:lnTo>
                <a:lnTo>
                  <a:pt x="272323" y="5851"/>
                </a:lnTo>
                <a:lnTo>
                  <a:pt x="264974" y="8735"/>
                </a:lnTo>
                <a:lnTo>
                  <a:pt x="257860" y="12161"/>
                </a:lnTo>
                <a:lnTo>
                  <a:pt x="251023" y="16108"/>
                </a:lnTo>
                <a:lnTo>
                  <a:pt x="244500" y="20556"/>
                </a:lnTo>
                <a:lnTo>
                  <a:pt x="238327" y="25478"/>
                </a:lnTo>
                <a:lnTo>
                  <a:pt x="232540" y="30848"/>
                </a:lnTo>
                <a:lnTo>
                  <a:pt x="232540" y="30848"/>
                </a:lnTo>
                <a:lnTo>
                  <a:pt x="225991" y="37397"/>
                </a:lnTo>
                <a:lnTo>
                  <a:pt x="219443" y="43945"/>
                </a:lnTo>
                <a:lnTo>
                  <a:pt x="212894" y="50494"/>
                </a:lnTo>
                <a:lnTo>
                  <a:pt x="206346" y="57042"/>
                </a:lnTo>
                <a:moveTo>
                  <a:pt x="258734" y="153959"/>
                </a:moveTo>
                <a:lnTo>
                  <a:pt x="252973" y="148536"/>
                </a:lnTo>
                <a:lnTo>
                  <a:pt x="246820" y="143562"/>
                </a:lnTo>
                <a:lnTo>
                  <a:pt x="240309" y="139067"/>
                </a:lnTo>
                <a:lnTo>
                  <a:pt x="233478" y="135077"/>
                </a:lnTo>
                <a:lnTo>
                  <a:pt x="226365" y="131613"/>
                </a:lnTo>
                <a:lnTo>
                  <a:pt x="219011" y="128695"/>
                </a:lnTo>
                <a:lnTo>
                  <a:pt x="211457" y="126341"/>
                </a:lnTo>
                <a:lnTo>
                  <a:pt x="203748" y="124564"/>
                </a:lnTo>
                <a:lnTo>
                  <a:pt x="195926" y="123373"/>
                </a:lnTo>
                <a:lnTo>
                  <a:pt x="188037" y="122776"/>
                </a:lnTo>
                <a:lnTo>
                  <a:pt x="180125" y="122776"/>
                </a:lnTo>
                <a:lnTo>
                  <a:pt x="172236" y="123373"/>
                </a:lnTo>
                <a:lnTo>
                  <a:pt x="164415" y="124564"/>
                </a:lnTo>
                <a:lnTo>
                  <a:pt x="156705" y="126341"/>
                </a:lnTo>
                <a:lnTo>
                  <a:pt x="149152" y="128695"/>
                </a:lnTo>
                <a:lnTo>
                  <a:pt x="141798" y="131613"/>
                </a:lnTo>
                <a:lnTo>
                  <a:pt x="134685" y="135077"/>
                </a:lnTo>
                <a:lnTo>
                  <a:pt x="127853" y="139067"/>
                </a:lnTo>
                <a:lnTo>
                  <a:pt x="121342" y="143562"/>
                </a:lnTo>
                <a:lnTo>
                  <a:pt x="115189" y="148536"/>
                </a:lnTo>
                <a:lnTo>
                  <a:pt x="109429" y="153959"/>
                </a:lnTo>
                <a:lnTo>
                  <a:pt x="109429" y="153959"/>
                </a:lnTo>
                <a:lnTo>
                  <a:pt x="103816" y="159572"/>
                </a:lnTo>
                <a:lnTo>
                  <a:pt x="98203" y="165185"/>
                </a:lnTo>
                <a:lnTo>
                  <a:pt x="92590" y="170798"/>
                </a:lnTo>
                <a:lnTo>
                  <a:pt x="86977" y="176411"/>
                </a:lnTo>
                <a:lnTo>
                  <a:pt x="81364" y="182024"/>
                </a:lnTo>
                <a:lnTo>
                  <a:pt x="75751" y="187637"/>
                </a:lnTo>
                <a:lnTo>
                  <a:pt x="70138" y="193250"/>
                </a:lnTo>
                <a:lnTo>
                  <a:pt x="64526" y="198863"/>
                </a:lnTo>
                <a:lnTo>
                  <a:pt x="58913" y="204476"/>
                </a:lnTo>
                <a:lnTo>
                  <a:pt x="53300" y="210088"/>
                </a:lnTo>
                <a:lnTo>
                  <a:pt x="47687" y="215701"/>
                </a:lnTo>
                <a:lnTo>
                  <a:pt x="42074" y="221314"/>
                </a:lnTo>
                <a:lnTo>
                  <a:pt x="36461" y="226927"/>
                </a:lnTo>
                <a:lnTo>
                  <a:pt x="30848" y="232540"/>
                </a:lnTo>
                <a:lnTo>
                  <a:pt x="30848" y="232540"/>
                </a:lnTo>
                <a:lnTo>
                  <a:pt x="25478" y="238328"/>
                </a:lnTo>
                <a:lnTo>
                  <a:pt x="20555" y="244500"/>
                </a:lnTo>
                <a:lnTo>
                  <a:pt x="16108" y="251024"/>
                </a:lnTo>
                <a:lnTo>
                  <a:pt x="12160" y="257861"/>
                </a:lnTo>
                <a:lnTo>
                  <a:pt x="8735" y="264974"/>
                </a:lnTo>
                <a:lnTo>
                  <a:pt x="5850" y="272324"/>
                </a:lnTo>
                <a:lnTo>
                  <a:pt x="3523" y="279868"/>
                </a:lnTo>
                <a:lnTo>
                  <a:pt x="1766" y="287565"/>
                </a:lnTo>
                <a:lnTo>
                  <a:pt x="590" y="295372"/>
                </a:lnTo>
                <a:lnTo>
                  <a:pt x="0" y="303245"/>
                </a:lnTo>
                <a:lnTo>
                  <a:pt x="0" y="311140"/>
                </a:lnTo>
                <a:lnTo>
                  <a:pt x="590" y="319013"/>
                </a:lnTo>
                <a:lnTo>
                  <a:pt x="1766" y="326820"/>
                </a:lnTo>
                <a:lnTo>
                  <a:pt x="3523" y="334517"/>
                </a:lnTo>
                <a:lnTo>
                  <a:pt x="5850" y="342061"/>
                </a:lnTo>
                <a:lnTo>
                  <a:pt x="8735" y="349411"/>
                </a:lnTo>
                <a:lnTo>
                  <a:pt x="12160" y="356524"/>
                </a:lnTo>
                <a:lnTo>
                  <a:pt x="16108" y="363361"/>
                </a:lnTo>
                <a:lnTo>
                  <a:pt x="20555" y="369884"/>
                </a:lnTo>
                <a:lnTo>
                  <a:pt x="25478" y="376057"/>
                </a:lnTo>
                <a:lnTo>
                  <a:pt x="30848" y="381845"/>
                </a:lnTo>
                <a:lnTo>
                  <a:pt x="36635" y="387215"/>
                </a:lnTo>
                <a:lnTo>
                  <a:pt x="42808" y="392137"/>
                </a:lnTo>
                <a:lnTo>
                  <a:pt x="49331" y="396585"/>
                </a:lnTo>
                <a:lnTo>
                  <a:pt x="56169" y="400532"/>
                </a:lnTo>
                <a:lnTo>
                  <a:pt x="63282" y="403958"/>
                </a:lnTo>
                <a:lnTo>
                  <a:pt x="70631" y="406842"/>
                </a:lnTo>
                <a:lnTo>
                  <a:pt x="78175" y="409169"/>
                </a:lnTo>
                <a:lnTo>
                  <a:pt x="85873" y="410926"/>
                </a:lnTo>
                <a:lnTo>
                  <a:pt x="93680" y="412103"/>
                </a:lnTo>
                <a:lnTo>
                  <a:pt x="101553" y="412693"/>
                </a:lnTo>
                <a:lnTo>
                  <a:pt x="109448" y="412693"/>
                </a:lnTo>
                <a:lnTo>
                  <a:pt x="117321" y="412103"/>
                </a:lnTo>
                <a:lnTo>
                  <a:pt x="125128" y="410926"/>
                </a:lnTo>
                <a:lnTo>
                  <a:pt x="132825" y="409169"/>
                </a:lnTo>
                <a:lnTo>
                  <a:pt x="140369" y="406842"/>
                </a:lnTo>
                <a:lnTo>
                  <a:pt x="147718" y="403958"/>
                </a:lnTo>
                <a:lnTo>
                  <a:pt x="154832" y="400532"/>
                </a:lnTo>
                <a:lnTo>
                  <a:pt x="161669" y="396585"/>
                </a:lnTo>
                <a:lnTo>
                  <a:pt x="168192" y="392137"/>
                </a:lnTo>
                <a:lnTo>
                  <a:pt x="174365" y="387215"/>
                </a:lnTo>
                <a:lnTo>
                  <a:pt x="180152" y="381845"/>
                </a:lnTo>
                <a:lnTo>
                  <a:pt x="180152" y="381845"/>
                </a:lnTo>
                <a:lnTo>
                  <a:pt x="186701" y="375296"/>
                </a:lnTo>
                <a:lnTo>
                  <a:pt x="193249" y="368748"/>
                </a:lnTo>
                <a:lnTo>
                  <a:pt x="199798" y="362199"/>
                </a:lnTo>
                <a:lnTo>
                  <a:pt x="206346" y="355651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Kotak"/>
          <p:cNvSpPr/>
          <p:nvPr/>
        </p:nvSpPr>
        <p:spPr>
          <a:xfrm>
            <a:off x="762000" y="4377500"/>
            <a:ext cx="8763000" cy="2802636"/>
          </a:xfrm>
          <a:prstGeom prst="roundRect">
            <a:avLst>
              <a:gd name="adj" fmla="val 13594"/>
            </a:avLst>
          </a:prstGeom>
          <a:solidFill>
            <a:srgbClr val="3D73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57300" y="4834700"/>
            <a:ext cx="7772400" cy="1888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433"/>
              </a:lnSpc>
            </a:pPr>
            <a:r>
              <a:rPr b="0" i="0" sz="6300">
                <a:solidFill>
                  <a:srgbClr val="FFFFFF"/>
                </a:solidFill>
                <a:latin typeface="Poppins ExtraBold"/>
              </a:rPr>
              <a:t>Cek LinkedIn Events di bio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523035"/>
            <a:ext cx="87630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250"/>
              </a:lnSpc>
            </a:pPr>
            <a:r>
              <a:rPr b="1" i="0" sz="4200">
                <a:solidFill>
                  <a:srgbClr val="FFFFFF"/>
                </a:solidFill>
                <a:latin typeface="Poppins"/>
              </a:rPr>
              <a:t>Khusus 200+ profesional terpilih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5375" y="9199436"/>
            <a:ext cx="4756249" cy="672465"/>
          </a:xfrm>
          <a:prstGeom prst="roundRect">
            <a:avLst>
              <a:gd name="adj" fmla="val 33994"/>
            </a:avLst>
          </a:prstGeom>
          <a:solidFill>
            <a:srgbClr val="C8F03C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794"/>
              </a:lnSpc>
            </a:pPr>
            <a:r>
              <a:rPr b="0" i="0" sz="3300">
                <a:solidFill>
                  <a:srgbClr val="0B233D"/>
                </a:solidFill>
                <a:latin typeface="Poppins ExtraBold"/>
              </a:rPr>
              <a:t>@shape.indonesia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C13 · Des W1 · Campaign B2B · Sesi 5 Aesthetics — Tren Ingredient Kecantikan 2027</dc:title>
  <dc:subject/>
  <dc:creator>Eventime x Shape Indonesia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