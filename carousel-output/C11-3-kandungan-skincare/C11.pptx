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cover</a:t>
            </a:r>
          </a:p>
          <a:p>
            <a:r>
              <a:t>VISUAL: Cover tipografi besar, ikon tetes di bulatan putih, ghost word SKINCARE samar</a:t>
            </a:r>
          </a:p>
          <a:p>
            <a:r>
              <a:t>ELEMEN: Highlight biru di 'Disalahpahami'. Sub = janji kecil yang memancing swipe sampai slide #3</a:t>
            </a:r>
          </a:p>
          <a:p>
            <a:r>
              <a:t>MOTION: Ikon pop → kicker rise → judul rise, highlight menyusul → sub rise; panah next fade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numbered</a:t>
            </a:r>
          </a:p>
          <a:p>
            <a:r>
              <a:t>VISUAL: Numeral besar samar, label pill, judul berupa pertanyaan mitos, body = fakta ringkas</a:t>
            </a:r>
          </a:p>
          <a:p>
            <a:r>
              <a:t>ELEMEN: Format mitos → fakta dalam satu slide. Posisi angka dan label konsisten di tiga slide</a:t>
            </a:r>
          </a:p>
          <a:p>
            <a:r>
              <a:t>MOTION: Numeral fade → label pop → judul rise → body rise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numbered</a:t>
            </a:r>
          </a:p>
          <a:p>
            <a:r>
              <a:t>VISUAL: Sama seperti #1</a:t>
            </a:r>
          </a:p>
          <a:p>
            <a:r>
              <a:t>ELEMEN: -</a:t>
            </a:r>
          </a:p>
          <a:p>
            <a:r>
              <a:t>MOTION: Sama dengan #1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numbered</a:t>
            </a:r>
          </a:p>
          <a:p>
            <a:r>
              <a:t>VISUAL: Sama seperti #1; ini slide yang dijanjikan 'paling banyak salah paham' di cover</a:t>
            </a:r>
          </a:p>
          <a:p>
            <a:r>
              <a:t>ELEMEN: Satu-satunya aksen merah di 'dosis &amp; frekuensi' (istilah yang ingin diingat)</a:t>
            </a:r>
          </a:p>
          <a:p>
            <a:r>
              <a:t>MOTION: Sama dengan #1, aksen merah stamp paling akhir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cta</a:t>
            </a:r>
          </a:p>
          <a:p>
            <a:r>
              <a:t>VISUAL: Penutup tenang: kotak biru + pill handle lime, tanpa panah next</a:t>
            </a:r>
          </a:p>
          <a:p>
            <a:r>
              <a:t>ELEMEN: CTA simpan &amp; share (B2C edukasi)</a:t>
            </a:r>
          </a:p>
          <a:p>
            <a:r>
              <a:t>MOTION: Ikon pop → kotak rise → sub rise → handle pop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ape Carou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atar grid miri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102" name="Logo Shap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0" y="847725"/>
            <a:ext cx="1914525" cy="666750"/>
          </a:xfrm>
          <a:prstGeom prst="rect">
            <a:avLst/>
          </a:prstGeom>
        </p:spPr>
      </p:pic>
      <p:sp>
        <p:nvSpPr>
          <p:cNvPr id="103" name="Titik 1"/>
          <p:cNvSpPr/>
          <p:nvPr userDrawn="1"/>
        </p:nvSpPr>
        <p:spPr>
          <a:xfrm>
            <a:off x="43815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4" name="Titik 2"/>
          <p:cNvSpPr/>
          <p:nvPr userDrawn="1"/>
        </p:nvSpPr>
        <p:spPr>
          <a:xfrm>
            <a:off x="87630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5" name="Titik 3"/>
          <p:cNvSpPr/>
          <p:nvPr userDrawn="1"/>
        </p:nvSpPr>
        <p:spPr>
          <a:xfrm>
            <a:off x="1323975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ata ghost"/>
          <p:cNvSpPr txBox="1"/>
          <p:nvPr/>
        </p:nvSpPr>
        <p:spPr>
          <a:xfrm>
            <a:off x="0" y="4695825"/>
            <a:ext cx="10287000" cy="323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550"/>
              </a:lnSpc>
            </a:pPr>
            <a:r>
              <a:rPr b="0" i="0" sz="14550">
                <a:solidFill>
                  <a:srgbClr val="FFFFFF">
                    <a:alpha val="7000"/>
                  </a:srgbClr>
                </a:solidFill>
                <a:latin typeface="Poppins ExtraBold"/>
              </a:rPr>
              <a:t>SKINCARE</a:t>
            </a:r>
          </a:p>
        </p:txBody>
      </p:sp>
      <p:sp>
        <p:nvSpPr>
          <p:cNvPr id="3" name="Bulatan ikon"/>
          <p:cNvSpPr/>
          <p:nvPr/>
        </p:nvSpPr>
        <p:spPr>
          <a:xfrm>
            <a:off x="4429125" y="2947130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Ikon drop"/>
          <p:cNvSpPr/>
          <p:nvPr/>
        </p:nvSpPr>
        <p:spPr>
          <a:xfrm>
            <a:off x="4986338" y="3425761"/>
            <a:ext cx="314324" cy="445294"/>
          </a:xfrm>
          <a:custGeom>
            <a:avLst/>
            <a:gdLst/>
            <a:ahLst/>
            <a:cxnLst/>
            <a:rect l="l" t="t" r="r" b="b"/>
            <a:pathLst>
              <a:path w="314324" h="445294">
                <a:moveTo>
                  <a:pt x="157162" y="0"/>
                </a:moveTo>
                <a:lnTo>
                  <a:pt x="157425" y="287"/>
                </a:lnTo>
                <a:lnTo>
                  <a:pt x="158197" y="1135"/>
                </a:lnTo>
                <a:lnTo>
                  <a:pt x="159453" y="2525"/>
                </a:lnTo>
                <a:lnTo>
                  <a:pt x="161167" y="4441"/>
                </a:lnTo>
                <a:lnTo>
                  <a:pt x="163314" y="6864"/>
                </a:lnTo>
                <a:lnTo>
                  <a:pt x="165868" y="9775"/>
                </a:lnTo>
                <a:lnTo>
                  <a:pt x="168804" y="13158"/>
                </a:lnTo>
                <a:lnTo>
                  <a:pt x="172096" y="16993"/>
                </a:lnTo>
                <a:lnTo>
                  <a:pt x="175719" y="21264"/>
                </a:lnTo>
                <a:lnTo>
                  <a:pt x="179648" y="25951"/>
                </a:lnTo>
                <a:lnTo>
                  <a:pt x="183856" y="31037"/>
                </a:lnTo>
                <a:lnTo>
                  <a:pt x="188320" y="36504"/>
                </a:lnTo>
                <a:lnTo>
                  <a:pt x="193012" y="42333"/>
                </a:lnTo>
                <a:lnTo>
                  <a:pt x="197908" y="48507"/>
                </a:lnTo>
                <a:lnTo>
                  <a:pt x="202982" y="55008"/>
                </a:lnTo>
                <a:lnTo>
                  <a:pt x="208209" y="61818"/>
                </a:lnTo>
                <a:lnTo>
                  <a:pt x="213563" y="68918"/>
                </a:lnTo>
                <a:lnTo>
                  <a:pt x="219019" y="76291"/>
                </a:lnTo>
                <a:lnTo>
                  <a:pt x="224551" y="83918"/>
                </a:lnTo>
                <a:lnTo>
                  <a:pt x="230135" y="91782"/>
                </a:lnTo>
                <a:lnTo>
                  <a:pt x="235743" y="99864"/>
                </a:lnTo>
                <a:lnTo>
                  <a:pt x="241352" y="108147"/>
                </a:lnTo>
                <a:lnTo>
                  <a:pt x="246935" y="116612"/>
                </a:lnTo>
                <a:lnTo>
                  <a:pt x="252468" y="125242"/>
                </a:lnTo>
                <a:lnTo>
                  <a:pt x="257924" y="134018"/>
                </a:lnTo>
                <a:lnTo>
                  <a:pt x="263278" y="142922"/>
                </a:lnTo>
                <a:lnTo>
                  <a:pt x="268505" y="151937"/>
                </a:lnTo>
                <a:lnTo>
                  <a:pt x="273579" y="161044"/>
                </a:lnTo>
                <a:lnTo>
                  <a:pt x="278475" y="170225"/>
                </a:lnTo>
                <a:lnTo>
                  <a:pt x="283167" y="179462"/>
                </a:lnTo>
                <a:lnTo>
                  <a:pt x="287630" y="188738"/>
                </a:lnTo>
                <a:lnTo>
                  <a:pt x="291839" y="198033"/>
                </a:lnTo>
                <a:lnTo>
                  <a:pt x="295767" y="207331"/>
                </a:lnTo>
                <a:lnTo>
                  <a:pt x="299391" y="216613"/>
                </a:lnTo>
                <a:lnTo>
                  <a:pt x="302683" y="225861"/>
                </a:lnTo>
                <a:lnTo>
                  <a:pt x="305619" y="235057"/>
                </a:lnTo>
                <a:lnTo>
                  <a:pt x="308173" y="244183"/>
                </a:lnTo>
                <a:lnTo>
                  <a:pt x="310319" y="253221"/>
                </a:lnTo>
                <a:lnTo>
                  <a:pt x="312034" y="262153"/>
                </a:lnTo>
                <a:lnTo>
                  <a:pt x="313289" y="270961"/>
                </a:lnTo>
                <a:lnTo>
                  <a:pt x="314061" y="279626"/>
                </a:lnTo>
                <a:lnTo>
                  <a:pt x="314324" y="288132"/>
                </a:lnTo>
                <a:lnTo>
                  <a:pt x="314324" y="288132"/>
                </a:lnTo>
                <a:lnTo>
                  <a:pt x="314123" y="296092"/>
                </a:lnTo>
                <a:lnTo>
                  <a:pt x="313518" y="304032"/>
                </a:lnTo>
                <a:lnTo>
                  <a:pt x="312512" y="311931"/>
                </a:lnTo>
                <a:lnTo>
                  <a:pt x="311107" y="319768"/>
                </a:lnTo>
                <a:lnTo>
                  <a:pt x="309307" y="327525"/>
                </a:lnTo>
                <a:lnTo>
                  <a:pt x="307117" y="335180"/>
                </a:lnTo>
                <a:lnTo>
                  <a:pt x="304541" y="342715"/>
                </a:lnTo>
                <a:lnTo>
                  <a:pt x="301588" y="350110"/>
                </a:lnTo>
                <a:lnTo>
                  <a:pt x="298263" y="357345"/>
                </a:lnTo>
                <a:lnTo>
                  <a:pt x="294577" y="364403"/>
                </a:lnTo>
                <a:lnTo>
                  <a:pt x="290537" y="371265"/>
                </a:lnTo>
                <a:lnTo>
                  <a:pt x="286155" y="377914"/>
                </a:lnTo>
                <a:lnTo>
                  <a:pt x="281442" y="384332"/>
                </a:lnTo>
                <a:lnTo>
                  <a:pt x="276410" y="390503"/>
                </a:lnTo>
                <a:lnTo>
                  <a:pt x="271072" y="396412"/>
                </a:lnTo>
                <a:lnTo>
                  <a:pt x="265442" y="402042"/>
                </a:lnTo>
                <a:lnTo>
                  <a:pt x="259533" y="407380"/>
                </a:lnTo>
                <a:lnTo>
                  <a:pt x="253362" y="412412"/>
                </a:lnTo>
                <a:lnTo>
                  <a:pt x="246944" y="417125"/>
                </a:lnTo>
                <a:lnTo>
                  <a:pt x="240295" y="421507"/>
                </a:lnTo>
                <a:lnTo>
                  <a:pt x="233433" y="425546"/>
                </a:lnTo>
                <a:lnTo>
                  <a:pt x="226375" y="429233"/>
                </a:lnTo>
                <a:lnTo>
                  <a:pt x="219140" y="432557"/>
                </a:lnTo>
                <a:lnTo>
                  <a:pt x="211745" y="435511"/>
                </a:lnTo>
                <a:lnTo>
                  <a:pt x="204211" y="438087"/>
                </a:lnTo>
                <a:lnTo>
                  <a:pt x="196555" y="440277"/>
                </a:lnTo>
                <a:lnTo>
                  <a:pt x="188799" y="442077"/>
                </a:lnTo>
                <a:lnTo>
                  <a:pt x="180961" y="443482"/>
                </a:lnTo>
                <a:lnTo>
                  <a:pt x="173062" y="444488"/>
                </a:lnTo>
                <a:lnTo>
                  <a:pt x="165122" y="445093"/>
                </a:lnTo>
                <a:lnTo>
                  <a:pt x="157162" y="445294"/>
                </a:lnTo>
                <a:lnTo>
                  <a:pt x="149202" y="445093"/>
                </a:lnTo>
                <a:lnTo>
                  <a:pt x="141262" y="444488"/>
                </a:lnTo>
                <a:lnTo>
                  <a:pt x="133363" y="443482"/>
                </a:lnTo>
                <a:lnTo>
                  <a:pt x="125525" y="442077"/>
                </a:lnTo>
                <a:lnTo>
                  <a:pt x="117769" y="440277"/>
                </a:lnTo>
                <a:lnTo>
                  <a:pt x="110113" y="438087"/>
                </a:lnTo>
                <a:lnTo>
                  <a:pt x="102579" y="435511"/>
                </a:lnTo>
                <a:lnTo>
                  <a:pt x="95184" y="432557"/>
                </a:lnTo>
                <a:lnTo>
                  <a:pt x="87949" y="429233"/>
                </a:lnTo>
                <a:lnTo>
                  <a:pt x="80891" y="425546"/>
                </a:lnTo>
                <a:lnTo>
                  <a:pt x="74029" y="421507"/>
                </a:lnTo>
                <a:lnTo>
                  <a:pt x="67380" y="417125"/>
                </a:lnTo>
                <a:lnTo>
                  <a:pt x="60962" y="412412"/>
                </a:lnTo>
                <a:lnTo>
                  <a:pt x="54791" y="407380"/>
                </a:lnTo>
                <a:lnTo>
                  <a:pt x="48882" y="402042"/>
                </a:lnTo>
                <a:lnTo>
                  <a:pt x="43252" y="396412"/>
                </a:lnTo>
                <a:lnTo>
                  <a:pt x="37914" y="390503"/>
                </a:lnTo>
                <a:lnTo>
                  <a:pt x="32882" y="384332"/>
                </a:lnTo>
                <a:lnTo>
                  <a:pt x="28169" y="377914"/>
                </a:lnTo>
                <a:lnTo>
                  <a:pt x="23787" y="371265"/>
                </a:lnTo>
                <a:lnTo>
                  <a:pt x="19747" y="364403"/>
                </a:lnTo>
                <a:lnTo>
                  <a:pt x="16061" y="357345"/>
                </a:lnTo>
                <a:lnTo>
                  <a:pt x="12736" y="350110"/>
                </a:lnTo>
                <a:lnTo>
                  <a:pt x="9783" y="342715"/>
                </a:lnTo>
                <a:lnTo>
                  <a:pt x="7207" y="335180"/>
                </a:lnTo>
                <a:lnTo>
                  <a:pt x="5017" y="327525"/>
                </a:lnTo>
                <a:lnTo>
                  <a:pt x="3217" y="319768"/>
                </a:lnTo>
                <a:lnTo>
                  <a:pt x="1812" y="311931"/>
                </a:lnTo>
                <a:lnTo>
                  <a:pt x="806" y="304032"/>
                </a:lnTo>
                <a:lnTo>
                  <a:pt x="201" y="296092"/>
                </a:lnTo>
                <a:lnTo>
                  <a:pt x="0" y="288132"/>
                </a:lnTo>
                <a:lnTo>
                  <a:pt x="0" y="288132"/>
                </a:lnTo>
                <a:lnTo>
                  <a:pt x="263" y="279626"/>
                </a:lnTo>
                <a:lnTo>
                  <a:pt x="1035" y="270961"/>
                </a:lnTo>
                <a:lnTo>
                  <a:pt x="2290" y="262153"/>
                </a:lnTo>
                <a:lnTo>
                  <a:pt x="4005" y="253221"/>
                </a:lnTo>
                <a:lnTo>
                  <a:pt x="6151" y="244183"/>
                </a:lnTo>
                <a:lnTo>
                  <a:pt x="8705" y="235057"/>
                </a:lnTo>
                <a:lnTo>
                  <a:pt x="11641" y="225861"/>
                </a:lnTo>
                <a:lnTo>
                  <a:pt x="14933" y="216613"/>
                </a:lnTo>
                <a:lnTo>
                  <a:pt x="18557" y="207331"/>
                </a:lnTo>
                <a:lnTo>
                  <a:pt x="22485" y="198033"/>
                </a:lnTo>
                <a:lnTo>
                  <a:pt x="26694" y="188738"/>
                </a:lnTo>
                <a:lnTo>
                  <a:pt x="31157" y="179462"/>
                </a:lnTo>
                <a:lnTo>
                  <a:pt x="35849" y="170225"/>
                </a:lnTo>
                <a:lnTo>
                  <a:pt x="40745" y="161044"/>
                </a:lnTo>
                <a:lnTo>
                  <a:pt x="45819" y="151937"/>
                </a:lnTo>
                <a:lnTo>
                  <a:pt x="51046" y="142922"/>
                </a:lnTo>
                <a:lnTo>
                  <a:pt x="56400" y="134018"/>
                </a:lnTo>
                <a:lnTo>
                  <a:pt x="61856" y="125242"/>
                </a:lnTo>
                <a:lnTo>
                  <a:pt x="67389" y="116612"/>
                </a:lnTo>
                <a:lnTo>
                  <a:pt x="72972" y="108147"/>
                </a:lnTo>
                <a:lnTo>
                  <a:pt x="78581" y="99864"/>
                </a:lnTo>
                <a:lnTo>
                  <a:pt x="84189" y="91782"/>
                </a:lnTo>
                <a:lnTo>
                  <a:pt x="89773" y="83918"/>
                </a:lnTo>
                <a:lnTo>
                  <a:pt x="95305" y="76291"/>
                </a:lnTo>
                <a:lnTo>
                  <a:pt x="100761" y="68918"/>
                </a:lnTo>
                <a:lnTo>
                  <a:pt x="106115" y="61818"/>
                </a:lnTo>
                <a:lnTo>
                  <a:pt x="111342" y="55008"/>
                </a:lnTo>
                <a:lnTo>
                  <a:pt x="116416" y="48507"/>
                </a:lnTo>
                <a:lnTo>
                  <a:pt x="121312" y="42333"/>
                </a:lnTo>
                <a:lnTo>
                  <a:pt x="126004" y="36504"/>
                </a:lnTo>
                <a:lnTo>
                  <a:pt x="130468" y="31037"/>
                </a:lnTo>
                <a:lnTo>
                  <a:pt x="134676" y="25951"/>
                </a:lnTo>
                <a:lnTo>
                  <a:pt x="138605" y="21264"/>
                </a:lnTo>
                <a:lnTo>
                  <a:pt x="142228" y="16993"/>
                </a:lnTo>
                <a:lnTo>
                  <a:pt x="145520" y="13158"/>
                </a:lnTo>
                <a:lnTo>
                  <a:pt x="148456" y="9775"/>
                </a:lnTo>
                <a:lnTo>
                  <a:pt x="151010" y="6864"/>
                </a:lnTo>
                <a:lnTo>
                  <a:pt x="153157" y="4441"/>
                </a:lnTo>
                <a:lnTo>
                  <a:pt x="154871" y="2525"/>
                </a:lnTo>
                <a:lnTo>
                  <a:pt x="156127" y="1135"/>
                </a:lnTo>
                <a:lnTo>
                  <a:pt x="156899" y="287"/>
                </a:lnTo>
                <a:lnTo>
                  <a:pt x="157162" y="0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06676" y="4718780"/>
            <a:ext cx="2273647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Aesthetics</a:t>
            </a:r>
          </a:p>
        </p:txBody>
      </p:sp>
      <p:sp>
        <p:nvSpPr>
          <p:cNvPr id="6" name="Highlight"/>
          <p:cNvSpPr/>
          <p:nvPr/>
        </p:nvSpPr>
        <p:spPr>
          <a:xfrm>
            <a:off x="2246933" y="7280434"/>
            <a:ext cx="5793135" cy="699516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ks"/>
          <p:cNvSpPr txBox="1"/>
          <p:nvPr/>
        </p:nvSpPr>
        <p:spPr>
          <a:xfrm>
            <a:off x="762000" y="5586508"/>
            <a:ext cx="8763000" cy="24277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6372"/>
              </a:lnSpc>
            </a:pPr>
            <a:r>
              <a:rPr b="0" i="0" sz="5400">
                <a:solidFill>
                  <a:srgbClr val="FFFFFF"/>
                </a:solidFill>
                <a:latin typeface="Poppins ExtraBold"/>
              </a:rPr>
              <a:t>3 Kandungan Skincare</a:t>
            </a:r>
            <a:br/>
            <a:r>
              <a:rPr b="0" i="0" sz="5400">
                <a:solidFill>
                  <a:srgbClr val="FFFFFF"/>
                </a:solidFill>
                <a:latin typeface="Poppins ExtraBold"/>
              </a:rPr>
              <a:t>yang Sering</a:t>
            </a:r>
            <a:br/>
            <a:r>
              <a:rPr b="0" i="0" sz="5400">
                <a:solidFill>
                  <a:srgbClr val="FFFFFF"/>
                </a:solidFill>
                <a:latin typeface="Poppins ExtraBold"/>
              </a:rPr>
              <a:t> Disalahpahami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8357140"/>
            <a:ext cx="81915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Nomor 3 paling banyak salah paham.</a:t>
            </a:r>
          </a:p>
        </p:txBody>
      </p:sp>
      <p:sp>
        <p:nvSpPr>
          <p:cNvPr id="9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862834"/>
            <a:ext cx="8763000" cy="198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0"/>
              </a:lnSpc>
            </a:pPr>
            <a:r>
              <a:rPr b="0" i="0" sz="19500">
                <a:solidFill>
                  <a:srgbClr val="FFFFFF">
                    <a:alpha val="24000"/>
                  </a:srgbClr>
                </a:solidFill>
                <a:latin typeface="Poppins ExtraBold"/>
              </a:rPr>
              <a:t>1</a:t>
            </a:r>
          </a:p>
        </p:txBody>
      </p:sp>
      <p:sp>
        <p:nvSpPr>
          <p:cNvPr id="3" name="Rounded Rectangle 2"/>
          <p:cNvSpPr/>
          <p:nvPr/>
        </p:nvSpPr>
        <p:spPr>
          <a:xfrm rot="21480000">
            <a:off x="762000" y="5186934"/>
            <a:ext cx="3390900" cy="590550"/>
          </a:xfrm>
          <a:prstGeom prst="roundRect">
            <a:avLst>
              <a:gd name="adj" fmla="val 38709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45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Kandungan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20384"/>
            <a:ext cx="8763000" cy="1978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Alkohol = pasti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bikin kering?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441436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Dikira selalu jahat. Padahal fatty alcohol justru melembapkan.</a:t>
            </a:r>
          </a:p>
        </p:txBody>
      </p:sp>
      <p:sp>
        <p:nvSpPr>
          <p:cNvPr id="6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368296"/>
            <a:ext cx="8763000" cy="198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0"/>
              </a:lnSpc>
            </a:pPr>
            <a:r>
              <a:rPr b="0" i="0" sz="19500">
                <a:solidFill>
                  <a:srgbClr val="FFFFFF">
                    <a:alpha val="24000"/>
                  </a:srgbClr>
                </a:solidFill>
                <a:latin typeface="Poppins ExtraBold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 rot="21480000">
            <a:off x="762000" y="4692396"/>
            <a:ext cx="3465165" cy="590550"/>
          </a:xfrm>
          <a:prstGeom prst="roundRect">
            <a:avLst>
              <a:gd name="adj" fmla="val 38709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45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Kandungan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625846"/>
            <a:ext cx="8763000" cy="29672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Retinol harus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sampai mengelupas?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935974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Mengelupas dan perih bukan tanda berhasil, bisa jadi iritasi. Mulai pelan.</a:t>
            </a:r>
          </a:p>
        </p:txBody>
      </p:sp>
      <p:sp>
        <p:nvSpPr>
          <p:cNvPr id="6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862834"/>
            <a:ext cx="8763000" cy="198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0"/>
              </a:lnSpc>
            </a:pPr>
            <a:r>
              <a:rPr b="0" i="0" sz="19500">
                <a:solidFill>
                  <a:srgbClr val="FFFFFF">
                    <a:alpha val="24000"/>
                  </a:srgbClr>
                </a:solidFill>
                <a:latin typeface="Poppins ExtraBold"/>
              </a:rPr>
              <a:t>3</a:t>
            </a:r>
          </a:p>
        </p:txBody>
      </p:sp>
      <p:sp>
        <p:nvSpPr>
          <p:cNvPr id="3" name="Rounded Rectangle 2"/>
          <p:cNvSpPr/>
          <p:nvPr/>
        </p:nvSpPr>
        <p:spPr>
          <a:xfrm rot="21480000">
            <a:off x="762000" y="5186934"/>
            <a:ext cx="3478113" cy="590550"/>
          </a:xfrm>
          <a:prstGeom prst="roundRect">
            <a:avLst>
              <a:gd name="adj" fmla="val 38709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45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Kandungan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20384"/>
            <a:ext cx="8763000" cy="1978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Asam (AHA/BHA)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pasti keras?</a:t>
            </a:r>
          </a:p>
        </p:txBody>
      </p:sp>
      <p:sp>
        <p:nvSpPr>
          <p:cNvPr id="5" name="Highlight"/>
          <p:cNvSpPr/>
          <p:nvPr/>
        </p:nvSpPr>
        <p:spPr>
          <a:xfrm>
            <a:off x="762000" y="9120378"/>
            <a:ext cx="3683347" cy="427482"/>
          </a:xfrm>
          <a:prstGeom prst="roundRect">
            <a:avLst>
              <a:gd name="adj" fmla="val 19607"/>
            </a:avLst>
          </a:prstGeom>
          <a:solidFill>
            <a:srgbClr val="AB2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ks"/>
          <p:cNvSpPr txBox="1"/>
          <p:nvPr/>
        </p:nvSpPr>
        <p:spPr>
          <a:xfrm>
            <a:off x="762000" y="8441436"/>
            <a:ext cx="87630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Bukan selalu keras: yang menentukan</a:t>
            </a:r>
            <a:br/>
            <a:r>
              <a:rPr b="0" i="0" sz="3300">
                <a:solidFill>
                  <a:srgbClr val="FFFFFF"/>
                </a:solidFill>
                <a:latin typeface="Poppins Medium"/>
              </a:rPr>
              <a:t> dosis &amp; frekuensi.</a:t>
            </a:r>
          </a:p>
        </p:txBody>
      </p:sp>
      <p:sp>
        <p:nvSpPr>
          <p:cNvPr id="7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133791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drop"/>
          <p:cNvSpPr/>
          <p:nvPr/>
        </p:nvSpPr>
        <p:spPr>
          <a:xfrm>
            <a:off x="4986338" y="2612422"/>
            <a:ext cx="314324" cy="445294"/>
          </a:xfrm>
          <a:custGeom>
            <a:avLst/>
            <a:gdLst/>
            <a:ahLst/>
            <a:cxnLst/>
            <a:rect l="l" t="t" r="r" b="b"/>
            <a:pathLst>
              <a:path w="314324" h="445294">
                <a:moveTo>
                  <a:pt x="157162" y="0"/>
                </a:moveTo>
                <a:lnTo>
                  <a:pt x="157425" y="286"/>
                </a:lnTo>
                <a:lnTo>
                  <a:pt x="158197" y="1134"/>
                </a:lnTo>
                <a:lnTo>
                  <a:pt x="159453" y="2525"/>
                </a:lnTo>
                <a:lnTo>
                  <a:pt x="161167" y="4440"/>
                </a:lnTo>
                <a:lnTo>
                  <a:pt x="163314" y="6863"/>
                </a:lnTo>
                <a:lnTo>
                  <a:pt x="165868" y="9775"/>
                </a:lnTo>
                <a:lnTo>
                  <a:pt x="168804" y="13157"/>
                </a:lnTo>
                <a:lnTo>
                  <a:pt x="172096" y="16993"/>
                </a:lnTo>
                <a:lnTo>
                  <a:pt x="175719" y="21263"/>
                </a:lnTo>
                <a:lnTo>
                  <a:pt x="179648" y="25950"/>
                </a:lnTo>
                <a:lnTo>
                  <a:pt x="183856" y="31036"/>
                </a:lnTo>
                <a:lnTo>
                  <a:pt x="188320" y="36503"/>
                </a:lnTo>
                <a:lnTo>
                  <a:pt x="193012" y="42332"/>
                </a:lnTo>
                <a:lnTo>
                  <a:pt x="197908" y="48507"/>
                </a:lnTo>
                <a:lnTo>
                  <a:pt x="202982" y="55008"/>
                </a:lnTo>
                <a:lnTo>
                  <a:pt x="208209" y="61817"/>
                </a:lnTo>
                <a:lnTo>
                  <a:pt x="213563" y="68917"/>
                </a:lnTo>
                <a:lnTo>
                  <a:pt x="219019" y="76290"/>
                </a:lnTo>
                <a:lnTo>
                  <a:pt x="224551" y="83917"/>
                </a:lnTo>
                <a:lnTo>
                  <a:pt x="230135" y="91781"/>
                </a:lnTo>
                <a:lnTo>
                  <a:pt x="235743" y="99863"/>
                </a:lnTo>
                <a:lnTo>
                  <a:pt x="241352" y="108146"/>
                </a:lnTo>
                <a:lnTo>
                  <a:pt x="246935" y="116611"/>
                </a:lnTo>
                <a:lnTo>
                  <a:pt x="252468" y="125241"/>
                </a:lnTo>
                <a:lnTo>
                  <a:pt x="257924" y="134017"/>
                </a:lnTo>
                <a:lnTo>
                  <a:pt x="263278" y="142921"/>
                </a:lnTo>
                <a:lnTo>
                  <a:pt x="268505" y="151936"/>
                </a:lnTo>
                <a:lnTo>
                  <a:pt x="273579" y="161043"/>
                </a:lnTo>
                <a:lnTo>
                  <a:pt x="278475" y="170224"/>
                </a:lnTo>
                <a:lnTo>
                  <a:pt x="283167" y="179461"/>
                </a:lnTo>
                <a:lnTo>
                  <a:pt x="287630" y="188737"/>
                </a:lnTo>
                <a:lnTo>
                  <a:pt x="291839" y="198033"/>
                </a:lnTo>
                <a:lnTo>
                  <a:pt x="295767" y="207330"/>
                </a:lnTo>
                <a:lnTo>
                  <a:pt x="299391" y="216612"/>
                </a:lnTo>
                <a:lnTo>
                  <a:pt x="302683" y="225860"/>
                </a:lnTo>
                <a:lnTo>
                  <a:pt x="305619" y="235056"/>
                </a:lnTo>
                <a:lnTo>
                  <a:pt x="308173" y="244182"/>
                </a:lnTo>
                <a:lnTo>
                  <a:pt x="310319" y="253220"/>
                </a:lnTo>
                <a:lnTo>
                  <a:pt x="312034" y="262152"/>
                </a:lnTo>
                <a:lnTo>
                  <a:pt x="313289" y="270960"/>
                </a:lnTo>
                <a:lnTo>
                  <a:pt x="314061" y="279625"/>
                </a:lnTo>
                <a:lnTo>
                  <a:pt x="314324" y="288131"/>
                </a:lnTo>
                <a:lnTo>
                  <a:pt x="314324" y="288131"/>
                </a:lnTo>
                <a:lnTo>
                  <a:pt x="314123" y="296091"/>
                </a:lnTo>
                <a:lnTo>
                  <a:pt x="313518" y="304031"/>
                </a:lnTo>
                <a:lnTo>
                  <a:pt x="312512" y="311930"/>
                </a:lnTo>
                <a:lnTo>
                  <a:pt x="311107" y="319768"/>
                </a:lnTo>
                <a:lnTo>
                  <a:pt x="309307" y="327524"/>
                </a:lnTo>
                <a:lnTo>
                  <a:pt x="307117" y="335180"/>
                </a:lnTo>
                <a:lnTo>
                  <a:pt x="304541" y="342714"/>
                </a:lnTo>
                <a:lnTo>
                  <a:pt x="301588" y="350109"/>
                </a:lnTo>
                <a:lnTo>
                  <a:pt x="298263" y="357344"/>
                </a:lnTo>
                <a:lnTo>
                  <a:pt x="294577" y="364402"/>
                </a:lnTo>
                <a:lnTo>
                  <a:pt x="290537" y="371264"/>
                </a:lnTo>
                <a:lnTo>
                  <a:pt x="286155" y="377913"/>
                </a:lnTo>
                <a:lnTo>
                  <a:pt x="281442" y="384331"/>
                </a:lnTo>
                <a:lnTo>
                  <a:pt x="276410" y="390502"/>
                </a:lnTo>
                <a:lnTo>
                  <a:pt x="271072" y="396411"/>
                </a:lnTo>
                <a:lnTo>
                  <a:pt x="265442" y="402041"/>
                </a:lnTo>
                <a:lnTo>
                  <a:pt x="259533" y="407379"/>
                </a:lnTo>
                <a:lnTo>
                  <a:pt x="253362" y="412411"/>
                </a:lnTo>
                <a:lnTo>
                  <a:pt x="246944" y="417124"/>
                </a:lnTo>
                <a:lnTo>
                  <a:pt x="240295" y="421506"/>
                </a:lnTo>
                <a:lnTo>
                  <a:pt x="233433" y="425546"/>
                </a:lnTo>
                <a:lnTo>
                  <a:pt x="226375" y="429232"/>
                </a:lnTo>
                <a:lnTo>
                  <a:pt x="219140" y="432557"/>
                </a:lnTo>
                <a:lnTo>
                  <a:pt x="211745" y="435510"/>
                </a:lnTo>
                <a:lnTo>
                  <a:pt x="204211" y="438086"/>
                </a:lnTo>
                <a:lnTo>
                  <a:pt x="196555" y="440276"/>
                </a:lnTo>
                <a:lnTo>
                  <a:pt x="188799" y="442076"/>
                </a:lnTo>
                <a:lnTo>
                  <a:pt x="180961" y="443481"/>
                </a:lnTo>
                <a:lnTo>
                  <a:pt x="173062" y="444487"/>
                </a:lnTo>
                <a:lnTo>
                  <a:pt x="165122" y="445092"/>
                </a:lnTo>
                <a:lnTo>
                  <a:pt x="157162" y="445294"/>
                </a:lnTo>
                <a:lnTo>
                  <a:pt x="149202" y="445092"/>
                </a:lnTo>
                <a:lnTo>
                  <a:pt x="141262" y="444487"/>
                </a:lnTo>
                <a:lnTo>
                  <a:pt x="133363" y="443481"/>
                </a:lnTo>
                <a:lnTo>
                  <a:pt x="125525" y="442076"/>
                </a:lnTo>
                <a:lnTo>
                  <a:pt x="117769" y="440276"/>
                </a:lnTo>
                <a:lnTo>
                  <a:pt x="110113" y="438086"/>
                </a:lnTo>
                <a:lnTo>
                  <a:pt x="102579" y="435510"/>
                </a:lnTo>
                <a:lnTo>
                  <a:pt x="95184" y="432557"/>
                </a:lnTo>
                <a:lnTo>
                  <a:pt x="87949" y="429232"/>
                </a:lnTo>
                <a:lnTo>
                  <a:pt x="80891" y="425546"/>
                </a:lnTo>
                <a:lnTo>
                  <a:pt x="74029" y="421506"/>
                </a:lnTo>
                <a:lnTo>
                  <a:pt x="67380" y="417124"/>
                </a:lnTo>
                <a:lnTo>
                  <a:pt x="60962" y="412411"/>
                </a:lnTo>
                <a:lnTo>
                  <a:pt x="54791" y="407379"/>
                </a:lnTo>
                <a:lnTo>
                  <a:pt x="48882" y="402041"/>
                </a:lnTo>
                <a:lnTo>
                  <a:pt x="43252" y="396411"/>
                </a:lnTo>
                <a:lnTo>
                  <a:pt x="37914" y="390502"/>
                </a:lnTo>
                <a:lnTo>
                  <a:pt x="32882" y="384331"/>
                </a:lnTo>
                <a:lnTo>
                  <a:pt x="28169" y="377913"/>
                </a:lnTo>
                <a:lnTo>
                  <a:pt x="23787" y="371264"/>
                </a:lnTo>
                <a:lnTo>
                  <a:pt x="19747" y="364402"/>
                </a:lnTo>
                <a:lnTo>
                  <a:pt x="16061" y="357344"/>
                </a:lnTo>
                <a:lnTo>
                  <a:pt x="12736" y="350109"/>
                </a:lnTo>
                <a:lnTo>
                  <a:pt x="9783" y="342714"/>
                </a:lnTo>
                <a:lnTo>
                  <a:pt x="7207" y="335180"/>
                </a:lnTo>
                <a:lnTo>
                  <a:pt x="5017" y="327524"/>
                </a:lnTo>
                <a:lnTo>
                  <a:pt x="3217" y="319768"/>
                </a:lnTo>
                <a:lnTo>
                  <a:pt x="1812" y="311930"/>
                </a:lnTo>
                <a:lnTo>
                  <a:pt x="806" y="304031"/>
                </a:lnTo>
                <a:lnTo>
                  <a:pt x="201" y="296091"/>
                </a:lnTo>
                <a:lnTo>
                  <a:pt x="0" y="288131"/>
                </a:lnTo>
                <a:lnTo>
                  <a:pt x="0" y="288131"/>
                </a:lnTo>
                <a:lnTo>
                  <a:pt x="263" y="279625"/>
                </a:lnTo>
                <a:lnTo>
                  <a:pt x="1035" y="270960"/>
                </a:lnTo>
                <a:lnTo>
                  <a:pt x="2290" y="262152"/>
                </a:lnTo>
                <a:lnTo>
                  <a:pt x="4005" y="253220"/>
                </a:lnTo>
                <a:lnTo>
                  <a:pt x="6151" y="244182"/>
                </a:lnTo>
                <a:lnTo>
                  <a:pt x="8705" y="235056"/>
                </a:lnTo>
                <a:lnTo>
                  <a:pt x="11641" y="225860"/>
                </a:lnTo>
                <a:lnTo>
                  <a:pt x="14933" y="216612"/>
                </a:lnTo>
                <a:lnTo>
                  <a:pt x="18557" y="207330"/>
                </a:lnTo>
                <a:lnTo>
                  <a:pt x="22485" y="198033"/>
                </a:lnTo>
                <a:lnTo>
                  <a:pt x="26694" y="188737"/>
                </a:lnTo>
                <a:lnTo>
                  <a:pt x="31157" y="179461"/>
                </a:lnTo>
                <a:lnTo>
                  <a:pt x="35849" y="170224"/>
                </a:lnTo>
                <a:lnTo>
                  <a:pt x="40745" y="161043"/>
                </a:lnTo>
                <a:lnTo>
                  <a:pt x="45819" y="151936"/>
                </a:lnTo>
                <a:lnTo>
                  <a:pt x="51046" y="142921"/>
                </a:lnTo>
                <a:lnTo>
                  <a:pt x="56400" y="134017"/>
                </a:lnTo>
                <a:lnTo>
                  <a:pt x="61856" y="125241"/>
                </a:lnTo>
                <a:lnTo>
                  <a:pt x="67389" y="116611"/>
                </a:lnTo>
                <a:lnTo>
                  <a:pt x="72972" y="108146"/>
                </a:lnTo>
                <a:lnTo>
                  <a:pt x="78581" y="99863"/>
                </a:lnTo>
                <a:lnTo>
                  <a:pt x="84189" y="91781"/>
                </a:lnTo>
                <a:lnTo>
                  <a:pt x="89773" y="83917"/>
                </a:lnTo>
                <a:lnTo>
                  <a:pt x="95305" y="76290"/>
                </a:lnTo>
                <a:lnTo>
                  <a:pt x="100761" y="68917"/>
                </a:lnTo>
                <a:lnTo>
                  <a:pt x="106115" y="61817"/>
                </a:lnTo>
                <a:lnTo>
                  <a:pt x="111342" y="55008"/>
                </a:lnTo>
                <a:lnTo>
                  <a:pt x="116416" y="48507"/>
                </a:lnTo>
                <a:lnTo>
                  <a:pt x="121312" y="42332"/>
                </a:lnTo>
                <a:lnTo>
                  <a:pt x="126004" y="36503"/>
                </a:lnTo>
                <a:lnTo>
                  <a:pt x="130468" y="31036"/>
                </a:lnTo>
                <a:lnTo>
                  <a:pt x="134676" y="25950"/>
                </a:lnTo>
                <a:lnTo>
                  <a:pt x="138605" y="21263"/>
                </a:lnTo>
                <a:lnTo>
                  <a:pt x="142228" y="16993"/>
                </a:lnTo>
                <a:lnTo>
                  <a:pt x="145520" y="13157"/>
                </a:lnTo>
                <a:lnTo>
                  <a:pt x="148456" y="9775"/>
                </a:lnTo>
                <a:lnTo>
                  <a:pt x="151010" y="6863"/>
                </a:lnTo>
                <a:lnTo>
                  <a:pt x="153157" y="4440"/>
                </a:lnTo>
                <a:lnTo>
                  <a:pt x="154871" y="2525"/>
                </a:lnTo>
                <a:lnTo>
                  <a:pt x="156127" y="1134"/>
                </a:lnTo>
                <a:lnTo>
                  <a:pt x="156899" y="286"/>
                </a:lnTo>
                <a:lnTo>
                  <a:pt x="157162" y="0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Kotak"/>
          <p:cNvSpPr/>
          <p:nvPr/>
        </p:nvSpPr>
        <p:spPr>
          <a:xfrm>
            <a:off x="762000" y="3905441"/>
            <a:ext cx="8763000" cy="3746754"/>
          </a:xfrm>
          <a:prstGeom prst="roundRect">
            <a:avLst>
              <a:gd name="adj" fmla="val 10168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4362640"/>
            <a:ext cx="7772400" cy="28323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433"/>
              </a:lnSpc>
            </a:pPr>
            <a:r>
              <a:rPr b="0" i="0" sz="6300">
                <a:solidFill>
                  <a:srgbClr val="FFFFFF"/>
                </a:solidFill>
                <a:latin typeface="Poppins ExtraBold"/>
              </a:rPr>
              <a:t>Simpan biar gak</a:t>
            </a:r>
            <a:br/>
            <a:r>
              <a:rPr b="0" i="0" sz="6300">
                <a:solidFill>
                  <a:srgbClr val="FFFFFF"/>
                </a:solidFill>
                <a:latin typeface="Poppins ExtraBold"/>
              </a:rPr>
              <a:t>salah paham lagi 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995094"/>
            <a:ext cx="8763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250"/>
              </a:lnSpc>
            </a:pPr>
            <a:r>
              <a:rPr b="1" i="0" sz="4200">
                <a:solidFill>
                  <a:srgbClr val="FFFFFF"/>
                </a:solidFill>
                <a:latin typeface="Poppins"/>
              </a:rPr>
              <a:t>Kirim ke teman yang lagi hobi skincare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6741" y="9671494"/>
            <a:ext cx="6233517" cy="672465"/>
          </a:xfrm>
          <a:prstGeom prst="roundRect">
            <a:avLst>
              <a:gd name="adj" fmla="val 33994"/>
            </a:avLst>
          </a:prstGeom>
          <a:solidFill>
            <a:srgbClr val="C8F03C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794"/>
              </a:lnSpc>
            </a:pPr>
            <a:r>
              <a:rPr b="0" i="0" sz="3300">
                <a:solidFill>
                  <a:srgbClr val="0B233D"/>
                </a:solidFill>
                <a:latin typeface="Poppins ExtraBold"/>
              </a:rPr>
              <a:t>Follow @shape.indonesia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C11 · Nov W3 · Regular B2C · Aesthetics — 3 Kandungan Skincare yang Sering Disalahpahami</dc:title>
  <dc:subject/>
  <dc:creator>Eventime x Shape Indonesia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