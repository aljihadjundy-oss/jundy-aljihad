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tipografi besar, ikon percik di bulatan putih, ghost word AKTIF samar</a:t>
            </a:r>
          </a:p>
          <a:p>
            <a:r>
              <a:t>ELEMEN: Highlight biru di 'Aktif'. Sub 'Nomor 1 gratis' = janji kecil yang memancing swipe</a:t>
            </a:r>
          </a:p>
          <a:p>
            <a:r>
              <a:t>MOTION: Ikon pop → kicker rise → judul rise, highlight menyusul → sub rise; panah next fade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Numeral besar samar, label pill, judul 2 baris, body 1 kalimat</a:t>
            </a:r>
          </a:p>
          <a:p>
            <a:r>
              <a:t>ELEMEN: Satu-satunya aksen merah di kata 'Gratis' (menjawab hook 'nomor 1 gratis')</a:t>
            </a:r>
          </a:p>
          <a:p>
            <a:r>
              <a:t>MOTION: Numeral fade → label pop → judul rise → body rise, 'Gratis' stamp merah terakhir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Sama seperti #1 (posisi angka dan label konsisten)</a:t>
            </a:r>
          </a:p>
          <a:p>
            <a:r>
              <a:t>ELEMEN: -</a:t>
            </a:r>
          </a:p>
          <a:p>
            <a:r>
              <a:t>MOTION: Sama dengan #1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Sama seperti #1</a:t>
            </a:r>
          </a:p>
          <a:p>
            <a:r>
              <a:t>ELEMEN: -</a:t>
            </a:r>
          </a:p>
          <a:p>
            <a:r>
              <a:t>MOTION: Sama dengan #1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tenang: kotak biru + pill handle lime, tanpa panah next</a:t>
            </a:r>
          </a:p>
          <a:p>
            <a:r>
              <a:t>ELEMEN: CTA simpan &amp; share (B2C edukasi)</a:t>
            </a:r>
          </a:p>
          <a:p>
            <a:r>
              <a:t>MOTION: Ikon pop → kotak rise → sub rise → handle pop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ata ghost"/>
          <p:cNvSpPr txBox="1"/>
          <p:nvPr/>
        </p:nvSpPr>
        <p:spPr>
          <a:xfrm>
            <a:off x="0" y="4191000"/>
            <a:ext cx="10287000" cy="323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500"/>
              </a:lnSpc>
            </a:pPr>
            <a:r>
              <a:rPr b="0" i="0" sz="22500">
                <a:solidFill>
                  <a:srgbClr val="FFFFFF">
                    <a:alpha val="7000"/>
                  </a:srgbClr>
                </a:solidFill>
                <a:latin typeface="Poppins ExtraBold"/>
              </a:rPr>
              <a:t>AKTIF</a:t>
            </a:r>
          </a:p>
        </p:txBody>
      </p:sp>
      <p:sp>
        <p:nvSpPr>
          <p:cNvPr id="3" name="Bulatan ikon"/>
          <p:cNvSpPr/>
          <p:nvPr/>
        </p:nvSpPr>
        <p:spPr>
          <a:xfrm>
            <a:off x="4429125" y="3555206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kon spark"/>
          <p:cNvSpPr/>
          <p:nvPr/>
        </p:nvSpPr>
        <p:spPr>
          <a:xfrm>
            <a:off x="4907756" y="4033838"/>
            <a:ext cx="471488" cy="471487"/>
          </a:xfrm>
          <a:custGeom>
            <a:avLst/>
            <a:gdLst/>
            <a:ahLst/>
            <a:cxnLst/>
            <a:rect l="l" t="t" r="r" b="b"/>
            <a:pathLst>
              <a:path w="471488" h="471487">
                <a:moveTo>
                  <a:pt x="235744" y="0"/>
                </a:moveTo>
                <a:lnTo>
                  <a:pt x="238249" y="7744"/>
                </a:lnTo>
                <a:lnTo>
                  <a:pt x="240755" y="15488"/>
                </a:lnTo>
                <a:lnTo>
                  <a:pt x="243260" y="23232"/>
                </a:lnTo>
                <a:lnTo>
                  <a:pt x="245766" y="30976"/>
                </a:lnTo>
                <a:lnTo>
                  <a:pt x="248271" y="38721"/>
                </a:lnTo>
                <a:lnTo>
                  <a:pt x="250777" y="46465"/>
                </a:lnTo>
                <a:lnTo>
                  <a:pt x="253282" y="54209"/>
                </a:lnTo>
                <a:lnTo>
                  <a:pt x="255788" y="61953"/>
                </a:lnTo>
                <a:lnTo>
                  <a:pt x="258293" y="69698"/>
                </a:lnTo>
                <a:lnTo>
                  <a:pt x="260799" y="77442"/>
                </a:lnTo>
                <a:lnTo>
                  <a:pt x="263304" y="85186"/>
                </a:lnTo>
                <a:lnTo>
                  <a:pt x="265810" y="92930"/>
                </a:lnTo>
                <a:lnTo>
                  <a:pt x="268315" y="100675"/>
                </a:lnTo>
                <a:lnTo>
                  <a:pt x="270821" y="108419"/>
                </a:lnTo>
                <a:lnTo>
                  <a:pt x="273326" y="116163"/>
                </a:lnTo>
                <a:lnTo>
                  <a:pt x="275832" y="123907"/>
                </a:lnTo>
                <a:lnTo>
                  <a:pt x="278337" y="131652"/>
                </a:lnTo>
                <a:lnTo>
                  <a:pt x="280843" y="139396"/>
                </a:lnTo>
                <a:lnTo>
                  <a:pt x="283348" y="147140"/>
                </a:lnTo>
                <a:lnTo>
                  <a:pt x="285854" y="154884"/>
                </a:lnTo>
                <a:lnTo>
                  <a:pt x="288359" y="162629"/>
                </a:lnTo>
                <a:lnTo>
                  <a:pt x="290865" y="170373"/>
                </a:lnTo>
                <a:lnTo>
                  <a:pt x="293370" y="178117"/>
                </a:lnTo>
                <a:lnTo>
                  <a:pt x="293370" y="178117"/>
                </a:lnTo>
                <a:lnTo>
                  <a:pt x="301114" y="180622"/>
                </a:lnTo>
                <a:lnTo>
                  <a:pt x="308859" y="183128"/>
                </a:lnTo>
                <a:lnTo>
                  <a:pt x="316603" y="185633"/>
                </a:lnTo>
                <a:lnTo>
                  <a:pt x="324347" y="188139"/>
                </a:lnTo>
                <a:lnTo>
                  <a:pt x="332091" y="190644"/>
                </a:lnTo>
                <a:lnTo>
                  <a:pt x="339836" y="193150"/>
                </a:lnTo>
                <a:lnTo>
                  <a:pt x="347580" y="195655"/>
                </a:lnTo>
                <a:lnTo>
                  <a:pt x="355324" y="198161"/>
                </a:lnTo>
                <a:lnTo>
                  <a:pt x="363068" y="200666"/>
                </a:lnTo>
                <a:lnTo>
                  <a:pt x="370813" y="203172"/>
                </a:lnTo>
                <a:lnTo>
                  <a:pt x="378557" y="205677"/>
                </a:lnTo>
                <a:lnTo>
                  <a:pt x="386301" y="208183"/>
                </a:lnTo>
                <a:lnTo>
                  <a:pt x="394045" y="210688"/>
                </a:lnTo>
                <a:lnTo>
                  <a:pt x="401790" y="213194"/>
                </a:lnTo>
                <a:lnTo>
                  <a:pt x="409534" y="215699"/>
                </a:lnTo>
                <a:lnTo>
                  <a:pt x="417278" y="218205"/>
                </a:lnTo>
                <a:lnTo>
                  <a:pt x="425022" y="220710"/>
                </a:lnTo>
                <a:lnTo>
                  <a:pt x="432767" y="223216"/>
                </a:lnTo>
                <a:lnTo>
                  <a:pt x="440511" y="225721"/>
                </a:lnTo>
                <a:lnTo>
                  <a:pt x="448255" y="228227"/>
                </a:lnTo>
                <a:lnTo>
                  <a:pt x="455999" y="230732"/>
                </a:lnTo>
                <a:lnTo>
                  <a:pt x="463744" y="233238"/>
                </a:lnTo>
                <a:lnTo>
                  <a:pt x="471488" y="235743"/>
                </a:lnTo>
                <a:lnTo>
                  <a:pt x="471488" y="235743"/>
                </a:lnTo>
                <a:lnTo>
                  <a:pt x="463744" y="238249"/>
                </a:lnTo>
                <a:lnTo>
                  <a:pt x="455999" y="240754"/>
                </a:lnTo>
                <a:lnTo>
                  <a:pt x="448255" y="243260"/>
                </a:lnTo>
                <a:lnTo>
                  <a:pt x="440511" y="245765"/>
                </a:lnTo>
                <a:lnTo>
                  <a:pt x="432767" y="248271"/>
                </a:lnTo>
                <a:lnTo>
                  <a:pt x="425022" y="250776"/>
                </a:lnTo>
                <a:lnTo>
                  <a:pt x="417278" y="253282"/>
                </a:lnTo>
                <a:lnTo>
                  <a:pt x="409534" y="255787"/>
                </a:lnTo>
                <a:lnTo>
                  <a:pt x="401790" y="258293"/>
                </a:lnTo>
                <a:lnTo>
                  <a:pt x="394045" y="260798"/>
                </a:lnTo>
                <a:lnTo>
                  <a:pt x="386301" y="263304"/>
                </a:lnTo>
                <a:lnTo>
                  <a:pt x="378557" y="265809"/>
                </a:lnTo>
                <a:lnTo>
                  <a:pt x="370813" y="268315"/>
                </a:lnTo>
                <a:lnTo>
                  <a:pt x="363068" y="270820"/>
                </a:lnTo>
                <a:lnTo>
                  <a:pt x="355324" y="273326"/>
                </a:lnTo>
                <a:lnTo>
                  <a:pt x="347580" y="275831"/>
                </a:lnTo>
                <a:lnTo>
                  <a:pt x="339836" y="278337"/>
                </a:lnTo>
                <a:lnTo>
                  <a:pt x="332091" y="280842"/>
                </a:lnTo>
                <a:lnTo>
                  <a:pt x="324347" y="283348"/>
                </a:lnTo>
                <a:lnTo>
                  <a:pt x="316603" y="285853"/>
                </a:lnTo>
                <a:lnTo>
                  <a:pt x="308859" y="288359"/>
                </a:lnTo>
                <a:lnTo>
                  <a:pt x="301114" y="290864"/>
                </a:lnTo>
                <a:lnTo>
                  <a:pt x="293370" y="293370"/>
                </a:lnTo>
                <a:lnTo>
                  <a:pt x="293370" y="293370"/>
                </a:lnTo>
                <a:lnTo>
                  <a:pt x="290865" y="301114"/>
                </a:lnTo>
                <a:lnTo>
                  <a:pt x="288359" y="308858"/>
                </a:lnTo>
                <a:lnTo>
                  <a:pt x="285854" y="316602"/>
                </a:lnTo>
                <a:lnTo>
                  <a:pt x="283348" y="324346"/>
                </a:lnTo>
                <a:lnTo>
                  <a:pt x="280843" y="332091"/>
                </a:lnTo>
                <a:lnTo>
                  <a:pt x="278337" y="339835"/>
                </a:lnTo>
                <a:lnTo>
                  <a:pt x="275832" y="347579"/>
                </a:lnTo>
                <a:lnTo>
                  <a:pt x="273326" y="355323"/>
                </a:lnTo>
                <a:lnTo>
                  <a:pt x="270821" y="363068"/>
                </a:lnTo>
                <a:lnTo>
                  <a:pt x="268315" y="370812"/>
                </a:lnTo>
                <a:lnTo>
                  <a:pt x="265810" y="378556"/>
                </a:lnTo>
                <a:lnTo>
                  <a:pt x="263304" y="386300"/>
                </a:lnTo>
                <a:lnTo>
                  <a:pt x="260799" y="394045"/>
                </a:lnTo>
                <a:lnTo>
                  <a:pt x="258293" y="401789"/>
                </a:lnTo>
                <a:lnTo>
                  <a:pt x="255788" y="409533"/>
                </a:lnTo>
                <a:lnTo>
                  <a:pt x="253282" y="417277"/>
                </a:lnTo>
                <a:lnTo>
                  <a:pt x="250777" y="425022"/>
                </a:lnTo>
                <a:lnTo>
                  <a:pt x="248271" y="432766"/>
                </a:lnTo>
                <a:lnTo>
                  <a:pt x="245766" y="440510"/>
                </a:lnTo>
                <a:lnTo>
                  <a:pt x="243260" y="448254"/>
                </a:lnTo>
                <a:lnTo>
                  <a:pt x="240755" y="455999"/>
                </a:lnTo>
                <a:lnTo>
                  <a:pt x="238249" y="463743"/>
                </a:lnTo>
                <a:lnTo>
                  <a:pt x="235744" y="471487"/>
                </a:lnTo>
                <a:lnTo>
                  <a:pt x="235744" y="471487"/>
                </a:lnTo>
                <a:lnTo>
                  <a:pt x="233239" y="463743"/>
                </a:lnTo>
                <a:lnTo>
                  <a:pt x="230733" y="455999"/>
                </a:lnTo>
                <a:lnTo>
                  <a:pt x="228228" y="448254"/>
                </a:lnTo>
                <a:lnTo>
                  <a:pt x="225722" y="440510"/>
                </a:lnTo>
                <a:lnTo>
                  <a:pt x="223217" y="432766"/>
                </a:lnTo>
                <a:lnTo>
                  <a:pt x="220711" y="425022"/>
                </a:lnTo>
                <a:lnTo>
                  <a:pt x="218206" y="417277"/>
                </a:lnTo>
                <a:lnTo>
                  <a:pt x="215700" y="409533"/>
                </a:lnTo>
                <a:lnTo>
                  <a:pt x="213195" y="401789"/>
                </a:lnTo>
                <a:lnTo>
                  <a:pt x="210689" y="394045"/>
                </a:lnTo>
                <a:lnTo>
                  <a:pt x="208184" y="386300"/>
                </a:lnTo>
                <a:lnTo>
                  <a:pt x="205678" y="378556"/>
                </a:lnTo>
                <a:lnTo>
                  <a:pt x="203173" y="370812"/>
                </a:lnTo>
                <a:lnTo>
                  <a:pt x="200667" y="363068"/>
                </a:lnTo>
                <a:lnTo>
                  <a:pt x="198162" y="355323"/>
                </a:lnTo>
                <a:lnTo>
                  <a:pt x="195656" y="347579"/>
                </a:lnTo>
                <a:lnTo>
                  <a:pt x="193151" y="339835"/>
                </a:lnTo>
                <a:lnTo>
                  <a:pt x="190645" y="332091"/>
                </a:lnTo>
                <a:lnTo>
                  <a:pt x="188140" y="324346"/>
                </a:lnTo>
                <a:lnTo>
                  <a:pt x="185634" y="316602"/>
                </a:lnTo>
                <a:lnTo>
                  <a:pt x="183129" y="308858"/>
                </a:lnTo>
                <a:lnTo>
                  <a:pt x="180623" y="301114"/>
                </a:lnTo>
                <a:lnTo>
                  <a:pt x="178118" y="293370"/>
                </a:lnTo>
                <a:lnTo>
                  <a:pt x="178118" y="293370"/>
                </a:lnTo>
                <a:lnTo>
                  <a:pt x="170374" y="290864"/>
                </a:lnTo>
                <a:lnTo>
                  <a:pt x="162629" y="288359"/>
                </a:lnTo>
                <a:lnTo>
                  <a:pt x="154885" y="285853"/>
                </a:lnTo>
                <a:lnTo>
                  <a:pt x="147141" y="283348"/>
                </a:lnTo>
                <a:lnTo>
                  <a:pt x="139397" y="280842"/>
                </a:lnTo>
                <a:lnTo>
                  <a:pt x="131652" y="278337"/>
                </a:lnTo>
                <a:lnTo>
                  <a:pt x="123908" y="275831"/>
                </a:lnTo>
                <a:lnTo>
                  <a:pt x="116164" y="273326"/>
                </a:lnTo>
                <a:lnTo>
                  <a:pt x="108420" y="270820"/>
                </a:lnTo>
                <a:lnTo>
                  <a:pt x="100675" y="268315"/>
                </a:lnTo>
                <a:lnTo>
                  <a:pt x="92931" y="265809"/>
                </a:lnTo>
                <a:lnTo>
                  <a:pt x="85187" y="263304"/>
                </a:lnTo>
                <a:lnTo>
                  <a:pt x="77443" y="260798"/>
                </a:lnTo>
                <a:lnTo>
                  <a:pt x="69698" y="258293"/>
                </a:lnTo>
                <a:lnTo>
                  <a:pt x="61954" y="255787"/>
                </a:lnTo>
                <a:lnTo>
                  <a:pt x="54210" y="253282"/>
                </a:lnTo>
                <a:lnTo>
                  <a:pt x="46466" y="250776"/>
                </a:lnTo>
                <a:lnTo>
                  <a:pt x="38721" y="248271"/>
                </a:lnTo>
                <a:lnTo>
                  <a:pt x="30977" y="245765"/>
                </a:lnTo>
                <a:lnTo>
                  <a:pt x="23233" y="243260"/>
                </a:lnTo>
                <a:lnTo>
                  <a:pt x="15489" y="240754"/>
                </a:lnTo>
                <a:lnTo>
                  <a:pt x="7744" y="238249"/>
                </a:lnTo>
                <a:lnTo>
                  <a:pt x="0" y="235743"/>
                </a:lnTo>
                <a:lnTo>
                  <a:pt x="0" y="235743"/>
                </a:lnTo>
                <a:lnTo>
                  <a:pt x="7744" y="233238"/>
                </a:lnTo>
                <a:lnTo>
                  <a:pt x="15489" y="230732"/>
                </a:lnTo>
                <a:lnTo>
                  <a:pt x="23233" y="228227"/>
                </a:lnTo>
                <a:lnTo>
                  <a:pt x="30977" y="225721"/>
                </a:lnTo>
                <a:lnTo>
                  <a:pt x="38721" y="223216"/>
                </a:lnTo>
                <a:lnTo>
                  <a:pt x="46466" y="220710"/>
                </a:lnTo>
                <a:lnTo>
                  <a:pt x="54210" y="218205"/>
                </a:lnTo>
                <a:lnTo>
                  <a:pt x="61954" y="215699"/>
                </a:lnTo>
                <a:lnTo>
                  <a:pt x="69698" y="213194"/>
                </a:lnTo>
                <a:lnTo>
                  <a:pt x="77443" y="210688"/>
                </a:lnTo>
                <a:lnTo>
                  <a:pt x="85187" y="208183"/>
                </a:lnTo>
                <a:lnTo>
                  <a:pt x="92931" y="205677"/>
                </a:lnTo>
                <a:lnTo>
                  <a:pt x="100675" y="203172"/>
                </a:lnTo>
                <a:lnTo>
                  <a:pt x="108420" y="200666"/>
                </a:lnTo>
                <a:lnTo>
                  <a:pt x="116164" y="198161"/>
                </a:lnTo>
                <a:lnTo>
                  <a:pt x="123908" y="195655"/>
                </a:lnTo>
                <a:lnTo>
                  <a:pt x="131652" y="193150"/>
                </a:lnTo>
                <a:lnTo>
                  <a:pt x="139397" y="190644"/>
                </a:lnTo>
                <a:lnTo>
                  <a:pt x="147141" y="188139"/>
                </a:lnTo>
                <a:lnTo>
                  <a:pt x="154885" y="185633"/>
                </a:lnTo>
                <a:lnTo>
                  <a:pt x="162629" y="183128"/>
                </a:lnTo>
                <a:lnTo>
                  <a:pt x="170374" y="180622"/>
                </a:lnTo>
                <a:lnTo>
                  <a:pt x="178118" y="178117"/>
                </a:lnTo>
                <a:lnTo>
                  <a:pt x="178118" y="178117"/>
                </a:lnTo>
                <a:lnTo>
                  <a:pt x="180623" y="170373"/>
                </a:lnTo>
                <a:lnTo>
                  <a:pt x="183129" y="162629"/>
                </a:lnTo>
                <a:lnTo>
                  <a:pt x="185634" y="154884"/>
                </a:lnTo>
                <a:lnTo>
                  <a:pt x="188140" y="147140"/>
                </a:lnTo>
                <a:lnTo>
                  <a:pt x="190645" y="139396"/>
                </a:lnTo>
                <a:lnTo>
                  <a:pt x="193151" y="131652"/>
                </a:lnTo>
                <a:lnTo>
                  <a:pt x="195656" y="123907"/>
                </a:lnTo>
                <a:lnTo>
                  <a:pt x="198162" y="116163"/>
                </a:lnTo>
                <a:lnTo>
                  <a:pt x="200667" y="108419"/>
                </a:lnTo>
                <a:lnTo>
                  <a:pt x="203173" y="100675"/>
                </a:lnTo>
                <a:lnTo>
                  <a:pt x="205678" y="92930"/>
                </a:lnTo>
                <a:lnTo>
                  <a:pt x="208184" y="85186"/>
                </a:lnTo>
                <a:lnTo>
                  <a:pt x="210689" y="77442"/>
                </a:lnTo>
                <a:lnTo>
                  <a:pt x="213195" y="69698"/>
                </a:lnTo>
                <a:lnTo>
                  <a:pt x="215700" y="61953"/>
                </a:lnTo>
                <a:lnTo>
                  <a:pt x="218206" y="54209"/>
                </a:lnTo>
                <a:lnTo>
                  <a:pt x="220711" y="46465"/>
                </a:lnTo>
                <a:lnTo>
                  <a:pt x="223217" y="38721"/>
                </a:lnTo>
                <a:lnTo>
                  <a:pt x="225722" y="30976"/>
                </a:lnTo>
                <a:lnTo>
                  <a:pt x="228228" y="23232"/>
                </a:lnTo>
                <a:lnTo>
                  <a:pt x="230733" y="15488"/>
                </a:lnTo>
                <a:lnTo>
                  <a:pt x="233239" y="7744"/>
                </a:lnTo>
                <a:lnTo>
                  <a:pt x="235744" y="0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62647" y="5326856"/>
            <a:ext cx="4361706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Longevity &amp; Biohacking</a:t>
            </a:r>
          </a:p>
        </p:txBody>
      </p:sp>
      <p:sp>
        <p:nvSpPr>
          <p:cNvPr id="6" name="Highlight"/>
          <p:cNvSpPr/>
          <p:nvPr/>
        </p:nvSpPr>
        <p:spPr>
          <a:xfrm>
            <a:off x="6885310" y="7177564"/>
            <a:ext cx="2199382" cy="777240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ks"/>
          <p:cNvSpPr txBox="1"/>
          <p:nvPr/>
        </p:nvSpPr>
        <p:spPr>
          <a:xfrm>
            <a:off x="762000" y="6194584"/>
            <a:ext cx="8763000" cy="1798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0"/>
              </a:lnSpc>
            </a:pPr>
            <a:r>
              <a:rPr b="0" i="0" sz="6000">
                <a:solidFill>
                  <a:srgbClr val="FFFFFF"/>
                </a:solidFill>
                <a:latin typeface="Poppins ExtraBold"/>
              </a:rPr>
              <a:t>3 Kebiasaan Simpel</a:t>
            </a:r>
            <a:br/>
            <a:r>
              <a:rPr b="0" i="0" sz="6000">
                <a:solidFill>
                  <a:srgbClr val="FFFFFF"/>
                </a:solidFill>
                <a:latin typeface="Poppins ExtraBold"/>
              </a:rPr>
              <a:t>Umur Panjang Aktif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8335804"/>
            <a:ext cx="81915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Nomor 1 gratis.</a:t>
            </a:r>
          </a:p>
        </p:txBody>
      </p:sp>
      <p:sp>
        <p:nvSpPr>
          <p:cNvPr id="9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862834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1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5186934"/>
            <a:ext cx="3180308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Kebiasaan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20384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Tidur cukup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&amp; teratur</a:t>
            </a:r>
          </a:p>
        </p:txBody>
      </p:sp>
      <p:sp>
        <p:nvSpPr>
          <p:cNvPr id="5" name="Highlight"/>
          <p:cNvSpPr/>
          <p:nvPr/>
        </p:nvSpPr>
        <p:spPr>
          <a:xfrm>
            <a:off x="762000" y="8533638"/>
            <a:ext cx="1368326" cy="427482"/>
          </a:xfrm>
          <a:prstGeom prst="roundRect">
            <a:avLst>
              <a:gd name="adj" fmla="val 19607"/>
            </a:avLst>
          </a:prstGeom>
          <a:solidFill>
            <a:srgbClr val="AB2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"/>
          <p:cNvSpPr txBox="1"/>
          <p:nvPr/>
        </p:nvSpPr>
        <p:spPr>
          <a:xfrm>
            <a:off x="762000" y="8441436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 Gratis, tapi sering jadi yang pertama</a:t>
            </a:r>
            <a:br/>
            <a:r>
              <a:rPr b="0" i="0" sz="3300">
                <a:solidFill>
                  <a:srgbClr val="FFFFFF"/>
                </a:solidFill>
                <a:latin typeface="Poppins Medium"/>
              </a:rPr>
              <a:t>dikorbankan.</a:t>
            </a:r>
          </a:p>
        </p:txBody>
      </p:sp>
      <p:sp>
        <p:nvSpPr>
          <p:cNvPr id="7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862834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5186934"/>
            <a:ext cx="3254573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Kebiasaan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20384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Gerak kecil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tiap 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441436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Jalan kaki sebentar tetap hitungan gerak.</a:t>
            </a:r>
          </a:p>
        </p:txBody>
      </p:sp>
      <p:sp>
        <p:nvSpPr>
          <p:cNvPr id="6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862834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5186934"/>
            <a:ext cx="3267521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Kebiasaan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20384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Tetap terhubung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dengan orang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441436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Ngobrol dan ketemu teman ikut menjaga kepala tetap ringan.</a:t>
            </a:r>
          </a:p>
        </p:txBody>
      </p:sp>
      <p:sp>
        <p:nvSpPr>
          <p:cNvPr id="6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272474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heart"/>
          <p:cNvSpPr/>
          <p:nvPr/>
        </p:nvSpPr>
        <p:spPr>
          <a:xfrm>
            <a:off x="4933950" y="2798642"/>
            <a:ext cx="419100" cy="397758"/>
          </a:xfrm>
          <a:custGeom>
            <a:avLst/>
            <a:gdLst/>
            <a:ahLst/>
            <a:cxnLst/>
            <a:rect l="l" t="t" r="r" b="b"/>
            <a:pathLst>
              <a:path w="419100" h="397758">
                <a:moveTo>
                  <a:pt x="209550" y="397758"/>
                </a:moveTo>
                <a:lnTo>
                  <a:pt x="209269" y="397581"/>
                </a:lnTo>
                <a:lnTo>
                  <a:pt x="208444" y="397054"/>
                </a:lnTo>
                <a:lnTo>
                  <a:pt x="207098" y="396184"/>
                </a:lnTo>
                <a:lnTo>
                  <a:pt x="205255" y="394976"/>
                </a:lnTo>
                <a:lnTo>
                  <a:pt x="202940" y="393437"/>
                </a:lnTo>
                <a:lnTo>
                  <a:pt x="200177" y="391572"/>
                </a:lnTo>
                <a:lnTo>
                  <a:pt x="196990" y="389388"/>
                </a:lnTo>
                <a:lnTo>
                  <a:pt x="193403" y="386891"/>
                </a:lnTo>
                <a:lnTo>
                  <a:pt x="189441" y="384086"/>
                </a:lnTo>
                <a:lnTo>
                  <a:pt x="185128" y="380980"/>
                </a:lnTo>
                <a:lnTo>
                  <a:pt x="180488" y="377579"/>
                </a:lnTo>
                <a:lnTo>
                  <a:pt x="175545" y="373889"/>
                </a:lnTo>
                <a:lnTo>
                  <a:pt x="170324" y="369915"/>
                </a:lnTo>
                <a:lnTo>
                  <a:pt x="164848" y="365665"/>
                </a:lnTo>
                <a:lnTo>
                  <a:pt x="159142" y="361144"/>
                </a:lnTo>
                <a:lnTo>
                  <a:pt x="153230" y="356357"/>
                </a:lnTo>
                <a:lnTo>
                  <a:pt x="147137" y="351312"/>
                </a:lnTo>
                <a:lnTo>
                  <a:pt x="140886" y="346014"/>
                </a:lnTo>
                <a:lnTo>
                  <a:pt x="134502" y="340470"/>
                </a:lnTo>
                <a:lnTo>
                  <a:pt x="128009" y="334684"/>
                </a:lnTo>
                <a:lnTo>
                  <a:pt x="121431" y="328664"/>
                </a:lnTo>
                <a:lnTo>
                  <a:pt x="114793" y="322416"/>
                </a:lnTo>
                <a:lnTo>
                  <a:pt x="108118" y="315945"/>
                </a:lnTo>
                <a:lnTo>
                  <a:pt x="101432" y="309257"/>
                </a:lnTo>
                <a:lnTo>
                  <a:pt x="94757" y="302359"/>
                </a:lnTo>
                <a:lnTo>
                  <a:pt x="88119" y="295257"/>
                </a:lnTo>
                <a:lnTo>
                  <a:pt x="81541" y="287957"/>
                </a:lnTo>
                <a:lnTo>
                  <a:pt x="75048" y="280464"/>
                </a:lnTo>
                <a:lnTo>
                  <a:pt x="68664" y="272785"/>
                </a:lnTo>
                <a:lnTo>
                  <a:pt x="62413" y="264926"/>
                </a:lnTo>
                <a:lnTo>
                  <a:pt x="56320" y="256892"/>
                </a:lnTo>
                <a:lnTo>
                  <a:pt x="50408" y="248691"/>
                </a:lnTo>
                <a:lnTo>
                  <a:pt x="44702" y="240328"/>
                </a:lnTo>
                <a:lnTo>
                  <a:pt x="39226" y="231809"/>
                </a:lnTo>
                <a:lnTo>
                  <a:pt x="34005" y="223140"/>
                </a:lnTo>
                <a:lnTo>
                  <a:pt x="29062" y="214327"/>
                </a:lnTo>
                <a:lnTo>
                  <a:pt x="24422" y="205376"/>
                </a:lnTo>
                <a:lnTo>
                  <a:pt x="20109" y="196294"/>
                </a:lnTo>
                <a:lnTo>
                  <a:pt x="16147" y="187086"/>
                </a:lnTo>
                <a:lnTo>
                  <a:pt x="12560" y="177759"/>
                </a:lnTo>
                <a:lnTo>
                  <a:pt x="9373" y="168318"/>
                </a:lnTo>
                <a:lnTo>
                  <a:pt x="6610" y="158769"/>
                </a:lnTo>
                <a:lnTo>
                  <a:pt x="4295" y="149119"/>
                </a:lnTo>
                <a:lnTo>
                  <a:pt x="2452" y="139374"/>
                </a:lnTo>
                <a:lnTo>
                  <a:pt x="1106" y="129539"/>
                </a:lnTo>
                <a:lnTo>
                  <a:pt x="281" y="119621"/>
                </a:lnTo>
                <a:lnTo>
                  <a:pt x="0" y="109626"/>
                </a:lnTo>
                <a:lnTo>
                  <a:pt x="0" y="109626"/>
                </a:lnTo>
                <a:lnTo>
                  <a:pt x="839" y="101603"/>
                </a:lnTo>
                <a:lnTo>
                  <a:pt x="2225" y="93656"/>
                </a:lnTo>
                <a:lnTo>
                  <a:pt x="4152" y="85822"/>
                </a:lnTo>
                <a:lnTo>
                  <a:pt x="6609" y="78139"/>
                </a:lnTo>
                <a:lnTo>
                  <a:pt x="9587" y="70641"/>
                </a:lnTo>
                <a:lnTo>
                  <a:pt x="13070" y="63365"/>
                </a:lnTo>
                <a:lnTo>
                  <a:pt x="17043" y="56344"/>
                </a:lnTo>
                <a:lnTo>
                  <a:pt x="21487" y="49612"/>
                </a:lnTo>
                <a:lnTo>
                  <a:pt x="26381" y="43199"/>
                </a:lnTo>
                <a:lnTo>
                  <a:pt x="31702" y="37135"/>
                </a:lnTo>
                <a:lnTo>
                  <a:pt x="37425" y="31450"/>
                </a:lnTo>
                <a:lnTo>
                  <a:pt x="43524" y="26170"/>
                </a:lnTo>
                <a:lnTo>
                  <a:pt x="49969" y="21319"/>
                </a:lnTo>
                <a:lnTo>
                  <a:pt x="56732" y="16920"/>
                </a:lnTo>
                <a:lnTo>
                  <a:pt x="63779" y="12995"/>
                </a:lnTo>
                <a:lnTo>
                  <a:pt x="71078" y="9560"/>
                </a:lnTo>
                <a:lnTo>
                  <a:pt x="78596" y="6633"/>
                </a:lnTo>
                <a:lnTo>
                  <a:pt x="86295" y="4227"/>
                </a:lnTo>
                <a:lnTo>
                  <a:pt x="94142" y="2353"/>
                </a:lnTo>
                <a:lnTo>
                  <a:pt x="102098" y="1020"/>
                </a:lnTo>
                <a:lnTo>
                  <a:pt x="110127" y="235"/>
                </a:lnTo>
                <a:lnTo>
                  <a:pt x="118190" y="0"/>
                </a:lnTo>
                <a:lnTo>
                  <a:pt x="126251" y="318"/>
                </a:lnTo>
                <a:lnTo>
                  <a:pt x="134271" y="1186"/>
                </a:lnTo>
                <a:lnTo>
                  <a:pt x="142213" y="2600"/>
                </a:lnTo>
                <a:lnTo>
                  <a:pt x="150040" y="4555"/>
                </a:lnTo>
                <a:lnTo>
                  <a:pt x="157714" y="7040"/>
                </a:lnTo>
                <a:lnTo>
                  <a:pt x="165201" y="10045"/>
                </a:lnTo>
                <a:lnTo>
                  <a:pt x="172465" y="13554"/>
                </a:lnTo>
                <a:lnTo>
                  <a:pt x="179471" y="17553"/>
                </a:lnTo>
                <a:lnTo>
                  <a:pt x="186188" y="22021"/>
                </a:lnTo>
                <a:lnTo>
                  <a:pt x="192583" y="26938"/>
                </a:lnTo>
                <a:lnTo>
                  <a:pt x="198627" y="32280"/>
                </a:lnTo>
                <a:lnTo>
                  <a:pt x="204292" y="38024"/>
                </a:lnTo>
                <a:lnTo>
                  <a:pt x="209550" y="44142"/>
                </a:lnTo>
                <a:lnTo>
                  <a:pt x="209550" y="44142"/>
                </a:lnTo>
                <a:lnTo>
                  <a:pt x="214808" y="38024"/>
                </a:lnTo>
                <a:lnTo>
                  <a:pt x="220473" y="32280"/>
                </a:lnTo>
                <a:lnTo>
                  <a:pt x="226517" y="26938"/>
                </a:lnTo>
                <a:lnTo>
                  <a:pt x="232912" y="22021"/>
                </a:lnTo>
                <a:lnTo>
                  <a:pt x="239629" y="17553"/>
                </a:lnTo>
                <a:lnTo>
                  <a:pt x="246635" y="13554"/>
                </a:lnTo>
                <a:lnTo>
                  <a:pt x="253899" y="10045"/>
                </a:lnTo>
                <a:lnTo>
                  <a:pt x="261386" y="7040"/>
                </a:lnTo>
                <a:lnTo>
                  <a:pt x="269060" y="4555"/>
                </a:lnTo>
                <a:lnTo>
                  <a:pt x="276887" y="2600"/>
                </a:lnTo>
                <a:lnTo>
                  <a:pt x="284829" y="1186"/>
                </a:lnTo>
                <a:lnTo>
                  <a:pt x="292849" y="318"/>
                </a:lnTo>
                <a:lnTo>
                  <a:pt x="300910" y="0"/>
                </a:lnTo>
                <a:lnTo>
                  <a:pt x="308973" y="235"/>
                </a:lnTo>
                <a:lnTo>
                  <a:pt x="317002" y="1020"/>
                </a:lnTo>
                <a:lnTo>
                  <a:pt x="324958" y="2353"/>
                </a:lnTo>
                <a:lnTo>
                  <a:pt x="332805" y="4227"/>
                </a:lnTo>
                <a:lnTo>
                  <a:pt x="340504" y="6633"/>
                </a:lnTo>
                <a:lnTo>
                  <a:pt x="348022" y="9560"/>
                </a:lnTo>
                <a:lnTo>
                  <a:pt x="355321" y="12995"/>
                </a:lnTo>
                <a:lnTo>
                  <a:pt x="362368" y="16920"/>
                </a:lnTo>
                <a:lnTo>
                  <a:pt x="369131" y="21319"/>
                </a:lnTo>
                <a:lnTo>
                  <a:pt x="375576" y="26170"/>
                </a:lnTo>
                <a:lnTo>
                  <a:pt x="381675" y="31450"/>
                </a:lnTo>
                <a:lnTo>
                  <a:pt x="387398" y="37135"/>
                </a:lnTo>
                <a:lnTo>
                  <a:pt x="392719" y="43199"/>
                </a:lnTo>
                <a:lnTo>
                  <a:pt x="397613" y="49612"/>
                </a:lnTo>
                <a:lnTo>
                  <a:pt x="402057" y="56344"/>
                </a:lnTo>
                <a:lnTo>
                  <a:pt x="406030" y="63365"/>
                </a:lnTo>
                <a:lnTo>
                  <a:pt x="409513" y="70641"/>
                </a:lnTo>
                <a:lnTo>
                  <a:pt x="412491" y="78139"/>
                </a:lnTo>
                <a:lnTo>
                  <a:pt x="414948" y="85822"/>
                </a:lnTo>
                <a:lnTo>
                  <a:pt x="416875" y="93656"/>
                </a:lnTo>
                <a:lnTo>
                  <a:pt x="418261" y="101603"/>
                </a:lnTo>
                <a:lnTo>
                  <a:pt x="419100" y="109626"/>
                </a:lnTo>
                <a:lnTo>
                  <a:pt x="419100" y="109626"/>
                </a:lnTo>
                <a:lnTo>
                  <a:pt x="418819" y="119621"/>
                </a:lnTo>
                <a:lnTo>
                  <a:pt x="417994" y="129539"/>
                </a:lnTo>
                <a:lnTo>
                  <a:pt x="416648" y="139374"/>
                </a:lnTo>
                <a:lnTo>
                  <a:pt x="414805" y="149119"/>
                </a:lnTo>
                <a:lnTo>
                  <a:pt x="412490" y="158769"/>
                </a:lnTo>
                <a:lnTo>
                  <a:pt x="409727" y="168318"/>
                </a:lnTo>
                <a:lnTo>
                  <a:pt x="406540" y="177759"/>
                </a:lnTo>
                <a:lnTo>
                  <a:pt x="402953" y="187086"/>
                </a:lnTo>
                <a:lnTo>
                  <a:pt x="398991" y="196294"/>
                </a:lnTo>
                <a:lnTo>
                  <a:pt x="394678" y="205376"/>
                </a:lnTo>
                <a:lnTo>
                  <a:pt x="390038" y="214327"/>
                </a:lnTo>
                <a:lnTo>
                  <a:pt x="385095" y="223140"/>
                </a:lnTo>
                <a:lnTo>
                  <a:pt x="379874" y="231809"/>
                </a:lnTo>
                <a:lnTo>
                  <a:pt x="374398" y="240328"/>
                </a:lnTo>
                <a:lnTo>
                  <a:pt x="368692" y="248691"/>
                </a:lnTo>
                <a:lnTo>
                  <a:pt x="362780" y="256892"/>
                </a:lnTo>
                <a:lnTo>
                  <a:pt x="356687" y="264926"/>
                </a:lnTo>
                <a:lnTo>
                  <a:pt x="350436" y="272785"/>
                </a:lnTo>
                <a:lnTo>
                  <a:pt x="344052" y="280464"/>
                </a:lnTo>
                <a:lnTo>
                  <a:pt x="337559" y="287957"/>
                </a:lnTo>
                <a:lnTo>
                  <a:pt x="330981" y="295257"/>
                </a:lnTo>
                <a:lnTo>
                  <a:pt x="324343" y="302359"/>
                </a:lnTo>
                <a:lnTo>
                  <a:pt x="317668" y="309257"/>
                </a:lnTo>
                <a:lnTo>
                  <a:pt x="310982" y="315945"/>
                </a:lnTo>
                <a:lnTo>
                  <a:pt x="304307" y="322416"/>
                </a:lnTo>
                <a:lnTo>
                  <a:pt x="297669" y="328664"/>
                </a:lnTo>
                <a:lnTo>
                  <a:pt x="291091" y="334684"/>
                </a:lnTo>
                <a:lnTo>
                  <a:pt x="284598" y="340470"/>
                </a:lnTo>
                <a:lnTo>
                  <a:pt x="278214" y="346014"/>
                </a:lnTo>
                <a:lnTo>
                  <a:pt x="271963" y="351312"/>
                </a:lnTo>
                <a:lnTo>
                  <a:pt x="265870" y="356357"/>
                </a:lnTo>
                <a:lnTo>
                  <a:pt x="259958" y="361144"/>
                </a:lnTo>
                <a:lnTo>
                  <a:pt x="254252" y="365665"/>
                </a:lnTo>
                <a:lnTo>
                  <a:pt x="248776" y="369915"/>
                </a:lnTo>
                <a:lnTo>
                  <a:pt x="243555" y="373889"/>
                </a:lnTo>
                <a:lnTo>
                  <a:pt x="238612" y="377579"/>
                </a:lnTo>
                <a:lnTo>
                  <a:pt x="233972" y="380980"/>
                </a:lnTo>
                <a:lnTo>
                  <a:pt x="229659" y="384086"/>
                </a:lnTo>
                <a:lnTo>
                  <a:pt x="225697" y="386891"/>
                </a:lnTo>
                <a:lnTo>
                  <a:pt x="222110" y="389388"/>
                </a:lnTo>
                <a:lnTo>
                  <a:pt x="218923" y="391572"/>
                </a:lnTo>
                <a:lnTo>
                  <a:pt x="216160" y="393437"/>
                </a:lnTo>
                <a:lnTo>
                  <a:pt x="213845" y="394976"/>
                </a:lnTo>
                <a:lnTo>
                  <a:pt x="212002" y="396184"/>
                </a:lnTo>
                <a:lnTo>
                  <a:pt x="210656" y="397054"/>
                </a:lnTo>
                <a:lnTo>
                  <a:pt x="209831" y="397581"/>
                </a:lnTo>
                <a:lnTo>
                  <a:pt x="209550" y="397758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044124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501324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Simpan biar inget</a:t>
            </a:r>
            <a:br/>
            <a:r>
              <a:rPr b="0" i="0" sz="6300">
                <a:solidFill>
                  <a:srgbClr val="FFFFFF"/>
                </a:solidFill>
                <a:latin typeface="Poppins ExtraBold"/>
              </a:rPr>
              <a:t>kebiasaan ini 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189660"/>
            <a:ext cx="8763000" cy="2000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Kirim ke teman yang pengen panjang umur (dan tetap aktif)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41" y="9532810"/>
            <a:ext cx="6233517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Follow 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C09 · Nov W1 · Regular B2C · Longevity &amp; Biohacking — 3 Kebiasaan Simpel Umur Panjang Aktif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