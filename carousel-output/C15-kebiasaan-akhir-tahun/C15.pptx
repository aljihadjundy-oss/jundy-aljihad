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cover</a:t>
            </a:r>
          </a:p>
          <a:p>
            <a:r>
              <a:t>VISUAL: Cover tipografi besar, ikon denyut, ghost word JANUARI samar</a:t>
            </a:r>
          </a:p>
          <a:p>
            <a:r>
              <a:t>ELEMEN: Highlight biru di 'Ngedrop', aksen merah (jatah 1x) di 'Januari'</a:t>
            </a:r>
          </a:p>
          <a:p>
            <a:r>
              <a:t>MOTION: Ikon pop → kicker rise → judul rise, highlight lalu 'Januari' stamp merah → sub rise</a:t>
            </a:r>
          </a:p>
          <a:p>
            <a:r>
              <a:t>ASET: Tidak ada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numbered</a:t>
            </a:r>
          </a:p>
          <a:p>
            <a:r>
              <a:t>VISUAL: Numeral besar samar, label pill, judul 2 baris, body 1 kalimat</a:t>
            </a:r>
          </a:p>
          <a:p>
            <a:r>
              <a:t>ELEMEN: Posisi angka dan label konsisten di tiga slide</a:t>
            </a:r>
          </a:p>
          <a:p>
            <a:r>
              <a:t>MOTION: Numeral fade → label pop → judul rise → body rise</a:t>
            </a:r>
          </a:p>
          <a:p>
            <a:r>
              <a:t>ASET: Tidak ada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numbered</a:t>
            </a:r>
          </a:p>
          <a:p>
            <a:r>
              <a:t>VISUAL: Sama seperti #1</a:t>
            </a:r>
          </a:p>
          <a:p>
            <a:r>
              <a:t>ELEMEN: -</a:t>
            </a:r>
          </a:p>
          <a:p>
            <a:r>
              <a:t>MOTION: Sama dengan #1</a:t>
            </a:r>
          </a:p>
          <a:p>
            <a:r>
              <a:t>ASET: Tidak ada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numbered</a:t>
            </a:r>
          </a:p>
          <a:p>
            <a:r>
              <a:t>VISUAL: Sama seperti #1</a:t>
            </a:r>
          </a:p>
          <a:p>
            <a:r>
              <a:t>ELEMEN: -</a:t>
            </a:r>
          </a:p>
          <a:p>
            <a:r>
              <a:t>MOTION: Sama dengan #1</a:t>
            </a:r>
          </a:p>
          <a:p>
            <a:r>
              <a:t>ASET: Tidak ada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cta</a:t>
            </a:r>
          </a:p>
          <a:p>
            <a:r>
              <a:t>VISUAL: Penutup tenang</a:t>
            </a:r>
          </a:p>
          <a:p>
            <a:r>
              <a:t>ELEMEN: CTA simpan &amp; share (B2C edukasi)</a:t>
            </a:r>
          </a:p>
          <a:p>
            <a:r>
              <a:t>MOTION: Ikon pop → kotak rise → sub rise → handle pop</a:t>
            </a:r>
          </a:p>
          <a:p>
            <a:r>
              <a:t>ASET: Tidak ada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hape Carous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Latar grid miri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102" name="Logo Shap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10050" y="847725"/>
            <a:ext cx="1914525" cy="666750"/>
          </a:xfrm>
          <a:prstGeom prst="rect">
            <a:avLst/>
          </a:prstGeom>
        </p:spPr>
      </p:pic>
      <p:sp>
        <p:nvSpPr>
          <p:cNvPr id="103" name="Titik 1"/>
          <p:cNvSpPr/>
          <p:nvPr userDrawn="1"/>
        </p:nvSpPr>
        <p:spPr>
          <a:xfrm>
            <a:off x="438150" y="733425"/>
            <a:ext cx="295275" cy="295275"/>
          </a:xfrm>
          <a:prstGeom prst="ellipse">
            <a:avLst/>
          </a:prstGeom>
          <a:solidFill>
            <a:srgbClr val="67A1C4"/>
          </a:solidFill>
          <a:ln>
            <a:noFill/>
          </a:ln>
        </p:spPr>
      </p:sp>
      <p:sp>
        <p:nvSpPr>
          <p:cNvPr id="104" name="Titik 2"/>
          <p:cNvSpPr/>
          <p:nvPr userDrawn="1"/>
        </p:nvSpPr>
        <p:spPr>
          <a:xfrm>
            <a:off x="876300" y="733425"/>
            <a:ext cx="295275" cy="295275"/>
          </a:xfrm>
          <a:prstGeom prst="ellipse">
            <a:avLst/>
          </a:prstGeom>
          <a:solidFill>
            <a:srgbClr val="67A1C4"/>
          </a:solidFill>
          <a:ln>
            <a:noFill/>
          </a:ln>
        </p:spPr>
      </p:sp>
      <p:sp>
        <p:nvSpPr>
          <p:cNvPr id="105" name="Titik 3"/>
          <p:cNvSpPr/>
          <p:nvPr userDrawn="1"/>
        </p:nvSpPr>
        <p:spPr>
          <a:xfrm>
            <a:off x="1323975" y="733425"/>
            <a:ext cx="295275" cy="295275"/>
          </a:xfrm>
          <a:prstGeom prst="ellipse">
            <a:avLst/>
          </a:prstGeom>
          <a:solidFill>
            <a:srgbClr val="67A1C4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ata ghost"/>
          <p:cNvSpPr txBox="1"/>
          <p:nvPr/>
        </p:nvSpPr>
        <p:spPr>
          <a:xfrm>
            <a:off x="0" y="4572000"/>
            <a:ext cx="10287000" cy="323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6500"/>
              </a:lnSpc>
            </a:pPr>
            <a:r>
              <a:rPr b="0" i="0" sz="16500">
                <a:solidFill>
                  <a:srgbClr val="FFFFFF">
                    <a:alpha val="7000"/>
                  </a:srgbClr>
                </a:solidFill>
                <a:latin typeface="Poppins ExtraBold"/>
              </a:rPr>
              <a:t>JANUARI</a:t>
            </a:r>
          </a:p>
        </p:txBody>
      </p:sp>
      <p:sp>
        <p:nvSpPr>
          <p:cNvPr id="3" name="Bulatan ikon"/>
          <p:cNvSpPr/>
          <p:nvPr/>
        </p:nvSpPr>
        <p:spPr>
          <a:xfrm>
            <a:off x="4429125" y="2656046"/>
            <a:ext cx="1428750" cy="14287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Ikon pulse"/>
          <p:cNvSpPr/>
          <p:nvPr/>
        </p:nvSpPr>
        <p:spPr>
          <a:xfrm>
            <a:off x="4881562" y="3213259"/>
            <a:ext cx="523876" cy="314325"/>
          </a:xfrm>
          <a:custGeom>
            <a:avLst/>
            <a:gdLst/>
            <a:ahLst/>
            <a:cxnLst/>
            <a:rect l="l" t="t" r="r" b="b"/>
            <a:pathLst>
              <a:path w="523876" h="314325">
                <a:moveTo>
                  <a:pt x="0" y="157162"/>
                </a:moveTo>
                <a:lnTo>
                  <a:pt x="8186" y="157162"/>
                </a:lnTo>
                <a:lnTo>
                  <a:pt x="16372" y="157162"/>
                </a:lnTo>
                <a:lnTo>
                  <a:pt x="24557" y="157162"/>
                </a:lnTo>
                <a:lnTo>
                  <a:pt x="32743" y="157162"/>
                </a:lnTo>
                <a:lnTo>
                  <a:pt x="40928" y="157162"/>
                </a:lnTo>
                <a:lnTo>
                  <a:pt x="49114" y="157162"/>
                </a:lnTo>
                <a:lnTo>
                  <a:pt x="57299" y="157162"/>
                </a:lnTo>
                <a:lnTo>
                  <a:pt x="65485" y="157162"/>
                </a:lnTo>
                <a:lnTo>
                  <a:pt x="73670" y="157162"/>
                </a:lnTo>
                <a:lnTo>
                  <a:pt x="81856" y="157162"/>
                </a:lnTo>
                <a:lnTo>
                  <a:pt x="90042" y="157162"/>
                </a:lnTo>
                <a:lnTo>
                  <a:pt x="98227" y="157162"/>
                </a:lnTo>
                <a:lnTo>
                  <a:pt x="106413" y="157162"/>
                </a:lnTo>
                <a:lnTo>
                  <a:pt x="114598" y="157162"/>
                </a:lnTo>
                <a:lnTo>
                  <a:pt x="122784" y="157162"/>
                </a:lnTo>
                <a:lnTo>
                  <a:pt x="130969" y="157162"/>
                </a:lnTo>
                <a:lnTo>
                  <a:pt x="130969" y="157162"/>
                </a:lnTo>
                <a:lnTo>
                  <a:pt x="133464" y="149678"/>
                </a:lnTo>
                <a:lnTo>
                  <a:pt x="135959" y="142194"/>
                </a:lnTo>
                <a:lnTo>
                  <a:pt x="138453" y="134710"/>
                </a:lnTo>
                <a:lnTo>
                  <a:pt x="140948" y="127227"/>
                </a:lnTo>
                <a:lnTo>
                  <a:pt x="143442" y="119743"/>
                </a:lnTo>
                <a:lnTo>
                  <a:pt x="145937" y="112259"/>
                </a:lnTo>
                <a:lnTo>
                  <a:pt x="148432" y="104775"/>
                </a:lnTo>
                <a:lnTo>
                  <a:pt x="150926" y="97291"/>
                </a:lnTo>
                <a:lnTo>
                  <a:pt x="153421" y="89807"/>
                </a:lnTo>
                <a:lnTo>
                  <a:pt x="155916" y="82323"/>
                </a:lnTo>
                <a:lnTo>
                  <a:pt x="158410" y="74839"/>
                </a:lnTo>
                <a:lnTo>
                  <a:pt x="160905" y="67355"/>
                </a:lnTo>
                <a:lnTo>
                  <a:pt x="163400" y="59871"/>
                </a:lnTo>
                <a:lnTo>
                  <a:pt x="165894" y="52387"/>
                </a:lnTo>
                <a:lnTo>
                  <a:pt x="168389" y="44903"/>
                </a:lnTo>
                <a:lnTo>
                  <a:pt x="170884" y="37419"/>
                </a:lnTo>
                <a:lnTo>
                  <a:pt x="173378" y="29935"/>
                </a:lnTo>
                <a:lnTo>
                  <a:pt x="175873" y="22452"/>
                </a:lnTo>
                <a:lnTo>
                  <a:pt x="178367" y="14968"/>
                </a:lnTo>
                <a:lnTo>
                  <a:pt x="180862" y="7484"/>
                </a:lnTo>
                <a:lnTo>
                  <a:pt x="183357" y="0"/>
                </a:lnTo>
                <a:lnTo>
                  <a:pt x="183357" y="0"/>
                </a:lnTo>
                <a:lnTo>
                  <a:pt x="185851" y="7484"/>
                </a:lnTo>
                <a:lnTo>
                  <a:pt x="188346" y="14968"/>
                </a:lnTo>
                <a:lnTo>
                  <a:pt x="190841" y="22452"/>
                </a:lnTo>
                <a:lnTo>
                  <a:pt x="193335" y="29935"/>
                </a:lnTo>
                <a:lnTo>
                  <a:pt x="195830" y="37419"/>
                </a:lnTo>
                <a:lnTo>
                  <a:pt x="198325" y="44903"/>
                </a:lnTo>
                <a:lnTo>
                  <a:pt x="200819" y="52387"/>
                </a:lnTo>
                <a:lnTo>
                  <a:pt x="203314" y="59871"/>
                </a:lnTo>
                <a:lnTo>
                  <a:pt x="205809" y="67355"/>
                </a:lnTo>
                <a:lnTo>
                  <a:pt x="208303" y="74839"/>
                </a:lnTo>
                <a:lnTo>
                  <a:pt x="210798" y="82323"/>
                </a:lnTo>
                <a:lnTo>
                  <a:pt x="213292" y="89807"/>
                </a:lnTo>
                <a:lnTo>
                  <a:pt x="215787" y="97291"/>
                </a:lnTo>
                <a:lnTo>
                  <a:pt x="218282" y="104775"/>
                </a:lnTo>
                <a:lnTo>
                  <a:pt x="220776" y="112259"/>
                </a:lnTo>
                <a:lnTo>
                  <a:pt x="223271" y="119743"/>
                </a:lnTo>
                <a:lnTo>
                  <a:pt x="225766" y="127227"/>
                </a:lnTo>
                <a:lnTo>
                  <a:pt x="228260" y="134710"/>
                </a:lnTo>
                <a:lnTo>
                  <a:pt x="230755" y="142194"/>
                </a:lnTo>
                <a:lnTo>
                  <a:pt x="233250" y="149678"/>
                </a:lnTo>
                <a:lnTo>
                  <a:pt x="235744" y="157162"/>
                </a:lnTo>
                <a:lnTo>
                  <a:pt x="238239" y="164646"/>
                </a:lnTo>
                <a:lnTo>
                  <a:pt x="240734" y="172130"/>
                </a:lnTo>
                <a:lnTo>
                  <a:pt x="243228" y="179614"/>
                </a:lnTo>
                <a:lnTo>
                  <a:pt x="245723" y="187098"/>
                </a:lnTo>
                <a:lnTo>
                  <a:pt x="248217" y="194582"/>
                </a:lnTo>
                <a:lnTo>
                  <a:pt x="250712" y="202066"/>
                </a:lnTo>
                <a:lnTo>
                  <a:pt x="253207" y="209550"/>
                </a:lnTo>
                <a:lnTo>
                  <a:pt x="255701" y="217034"/>
                </a:lnTo>
                <a:lnTo>
                  <a:pt x="258196" y="224518"/>
                </a:lnTo>
                <a:lnTo>
                  <a:pt x="260691" y="232002"/>
                </a:lnTo>
                <a:lnTo>
                  <a:pt x="263185" y="239485"/>
                </a:lnTo>
                <a:lnTo>
                  <a:pt x="265680" y="246969"/>
                </a:lnTo>
                <a:lnTo>
                  <a:pt x="268175" y="254453"/>
                </a:lnTo>
                <a:lnTo>
                  <a:pt x="270669" y="261937"/>
                </a:lnTo>
                <a:lnTo>
                  <a:pt x="273164" y="269421"/>
                </a:lnTo>
                <a:lnTo>
                  <a:pt x="275659" y="276905"/>
                </a:lnTo>
                <a:lnTo>
                  <a:pt x="278153" y="284389"/>
                </a:lnTo>
                <a:lnTo>
                  <a:pt x="280648" y="291873"/>
                </a:lnTo>
                <a:lnTo>
                  <a:pt x="283142" y="299357"/>
                </a:lnTo>
                <a:lnTo>
                  <a:pt x="285637" y="306841"/>
                </a:lnTo>
                <a:lnTo>
                  <a:pt x="288132" y="314325"/>
                </a:lnTo>
                <a:lnTo>
                  <a:pt x="288132" y="314325"/>
                </a:lnTo>
                <a:lnTo>
                  <a:pt x="290626" y="306841"/>
                </a:lnTo>
                <a:lnTo>
                  <a:pt x="293121" y="299357"/>
                </a:lnTo>
                <a:lnTo>
                  <a:pt x="295616" y="291873"/>
                </a:lnTo>
                <a:lnTo>
                  <a:pt x="298110" y="284389"/>
                </a:lnTo>
                <a:lnTo>
                  <a:pt x="300605" y="276905"/>
                </a:lnTo>
                <a:lnTo>
                  <a:pt x="303100" y="269421"/>
                </a:lnTo>
                <a:lnTo>
                  <a:pt x="305594" y="261937"/>
                </a:lnTo>
                <a:lnTo>
                  <a:pt x="308089" y="254453"/>
                </a:lnTo>
                <a:lnTo>
                  <a:pt x="310584" y="246969"/>
                </a:lnTo>
                <a:lnTo>
                  <a:pt x="313078" y="239485"/>
                </a:lnTo>
                <a:lnTo>
                  <a:pt x="315573" y="232002"/>
                </a:lnTo>
                <a:lnTo>
                  <a:pt x="318067" y="224518"/>
                </a:lnTo>
                <a:lnTo>
                  <a:pt x="320562" y="217034"/>
                </a:lnTo>
                <a:lnTo>
                  <a:pt x="323057" y="209550"/>
                </a:lnTo>
                <a:lnTo>
                  <a:pt x="325551" y="202066"/>
                </a:lnTo>
                <a:lnTo>
                  <a:pt x="328046" y="194582"/>
                </a:lnTo>
                <a:lnTo>
                  <a:pt x="330541" y="187098"/>
                </a:lnTo>
                <a:lnTo>
                  <a:pt x="333035" y="179614"/>
                </a:lnTo>
                <a:lnTo>
                  <a:pt x="335530" y="172130"/>
                </a:lnTo>
                <a:lnTo>
                  <a:pt x="338025" y="164646"/>
                </a:lnTo>
                <a:lnTo>
                  <a:pt x="340519" y="157162"/>
                </a:lnTo>
                <a:lnTo>
                  <a:pt x="340519" y="157162"/>
                </a:lnTo>
                <a:lnTo>
                  <a:pt x="348491" y="157162"/>
                </a:lnTo>
                <a:lnTo>
                  <a:pt x="356463" y="157162"/>
                </a:lnTo>
                <a:lnTo>
                  <a:pt x="364435" y="157162"/>
                </a:lnTo>
                <a:lnTo>
                  <a:pt x="372407" y="157162"/>
                </a:lnTo>
                <a:lnTo>
                  <a:pt x="380379" y="157162"/>
                </a:lnTo>
                <a:lnTo>
                  <a:pt x="388351" y="157162"/>
                </a:lnTo>
                <a:lnTo>
                  <a:pt x="396323" y="157162"/>
                </a:lnTo>
                <a:lnTo>
                  <a:pt x="404295" y="157162"/>
                </a:lnTo>
                <a:lnTo>
                  <a:pt x="412267" y="157162"/>
                </a:lnTo>
                <a:lnTo>
                  <a:pt x="420239" y="157162"/>
                </a:lnTo>
                <a:lnTo>
                  <a:pt x="428211" y="157162"/>
                </a:lnTo>
                <a:lnTo>
                  <a:pt x="436183" y="157162"/>
                </a:lnTo>
                <a:lnTo>
                  <a:pt x="444155" y="157162"/>
                </a:lnTo>
                <a:lnTo>
                  <a:pt x="452127" y="157162"/>
                </a:lnTo>
                <a:lnTo>
                  <a:pt x="460099" y="157162"/>
                </a:lnTo>
                <a:lnTo>
                  <a:pt x="468071" y="157162"/>
                </a:lnTo>
                <a:lnTo>
                  <a:pt x="476043" y="157162"/>
                </a:lnTo>
                <a:lnTo>
                  <a:pt x="484015" y="157162"/>
                </a:lnTo>
                <a:lnTo>
                  <a:pt x="491987" y="157162"/>
                </a:lnTo>
                <a:lnTo>
                  <a:pt x="499959" y="157162"/>
                </a:lnTo>
                <a:lnTo>
                  <a:pt x="507931" y="157162"/>
                </a:lnTo>
                <a:lnTo>
                  <a:pt x="515903" y="157162"/>
                </a:lnTo>
                <a:lnTo>
                  <a:pt x="523876" y="157162"/>
                </a:lnTo>
              </a:path>
            </a:pathLst>
          </a:custGeom>
          <a:noFill/>
          <a:ln w="52388" cap="rnd">
            <a:solidFill>
              <a:srgbClr val="0B233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25913" y="4427696"/>
            <a:ext cx="1635175" cy="524828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FFFFFF"/>
            </a:solidFill>
          </a:ln>
          <a:effectLst/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2932"/>
              </a:lnSpc>
            </a:pPr>
            <a:r>
              <a:rPr b="0" i="0" sz="2550">
                <a:solidFill>
                  <a:srgbClr val="FFFFFF"/>
                </a:solidFill>
                <a:latin typeface="Poppins Medium"/>
              </a:rPr>
              <a:t>Health</a:t>
            </a:r>
          </a:p>
        </p:txBody>
      </p:sp>
      <p:sp>
        <p:nvSpPr>
          <p:cNvPr id="6" name="Highlight"/>
          <p:cNvSpPr/>
          <p:nvPr/>
        </p:nvSpPr>
        <p:spPr>
          <a:xfrm>
            <a:off x="4352851" y="7177564"/>
            <a:ext cx="3723382" cy="777240"/>
          </a:xfrm>
          <a:prstGeom prst="roundRect">
            <a:avLst>
              <a:gd name="adj" fmla="val 19607"/>
            </a:avLst>
          </a:prstGeom>
          <a:solidFill>
            <a:srgbClr val="4B7B9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Highlight"/>
          <p:cNvSpPr/>
          <p:nvPr/>
        </p:nvSpPr>
        <p:spPr>
          <a:xfrm>
            <a:off x="3896097" y="8076724"/>
            <a:ext cx="3393281" cy="777240"/>
          </a:xfrm>
          <a:prstGeom prst="roundRect">
            <a:avLst>
              <a:gd name="adj" fmla="val 19607"/>
            </a:avLst>
          </a:prstGeom>
          <a:solidFill>
            <a:srgbClr val="AB2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ks"/>
          <p:cNvSpPr txBox="1"/>
          <p:nvPr/>
        </p:nvSpPr>
        <p:spPr>
          <a:xfrm>
            <a:off x="762000" y="5295424"/>
            <a:ext cx="8763000" cy="3596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080"/>
              </a:lnSpc>
            </a:pPr>
            <a:r>
              <a:rPr b="0" i="0" sz="6000">
                <a:solidFill>
                  <a:srgbClr val="FFFFFF"/>
                </a:solidFill>
                <a:latin typeface="Poppins ExtraBold"/>
              </a:rPr>
              <a:t>3 Kebiasaan</a:t>
            </a:r>
            <a:br/>
            <a:r>
              <a:rPr b="0" i="0" sz="6000">
                <a:solidFill>
                  <a:srgbClr val="FFFFFF"/>
                </a:solidFill>
                <a:latin typeface="Poppins ExtraBold"/>
              </a:rPr>
              <a:t>Akhir Tahun yang</a:t>
            </a:r>
            <a:br/>
            <a:r>
              <a:rPr b="0" i="0" sz="6000">
                <a:solidFill>
                  <a:srgbClr val="FFFFFF"/>
                </a:solidFill>
                <a:latin typeface="Poppins ExtraBold"/>
              </a:rPr>
              <a:t>Bikin  Ngedrop </a:t>
            </a:r>
            <a:br/>
            <a:r>
              <a:rPr b="0" i="0" sz="6000">
                <a:solidFill>
                  <a:srgbClr val="FFFFFF"/>
                </a:solidFill>
                <a:latin typeface="Poppins ExtraBold"/>
              </a:rPr>
              <a:t>di  Januari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50" y="9234964"/>
            <a:ext cx="8191500" cy="586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620"/>
              </a:lnSpc>
            </a:pPr>
            <a:r>
              <a:rPr b="0" i="0" sz="3300">
                <a:solidFill>
                  <a:srgbClr val="FFFFFF"/>
                </a:solidFill>
                <a:latin typeface="Poppins Medium"/>
              </a:rPr>
              <a:t>Cek kebiasaanmu.</a:t>
            </a:r>
          </a:p>
        </p:txBody>
      </p:sp>
      <p:sp>
        <p:nvSpPr>
          <p:cNvPr id="10" name="Panah next (cincin)"/>
          <p:cNvSpPr/>
          <p:nvPr/>
        </p:nvSpPr>
        <p:spPr>
          <a:xfrm>
            <a:off x="8124825" y="10696575"/>
            <a:ext cx="1123950" cy="1123950"/>
          </a:xfrm>
          <a:prstGeom prst="ellipse">
            <a:avLst/>
          </a:prstGeom>
          <a:noFill/>
          <a:ln w="4762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anah next"/>
          <p:cNvSpPr/>
          <p:nvPr/>
        </p:nvSpPr>
        <p:spPr>
          <a:xfrm>
            <a:off x="8391525" y="11077575"/>
            <a:ext cx="590550" cy="361950"/>
          </a:xfrm>
          <a:custGeom>
            <a:avLst/>
            <a:gdLst/>
            <a:ahLst/>
            <a:cxnLst/>
            <a:rect l="l" t="t" r="r" b="b"/>
            <a:pathLst>
              <a:path w="590550" h="361950">
                <a:moveTo>
                  <a:pt x="0" y="180975"/>
                </a:moveTo>
                <a:lnTo>
                  <a:pt x="590550" y="180975"/>
                </a:lnTo>
                <a:moveTo>
                  <a:pt x="409575" y="0"/>
                </a:moveTo>
                <a:lnTo>
                  <a:pt x="590550" y="180975"/>
                </a:lnTo>
                <a:lnTo>
                  <a:pt x="409575" y="361950"/>
                </a:lnTo>
              </a:path>
            </a:pathLst>
          </a:custGeom>
          <a:noFill/>
          <a:ln w="4762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862834"/>
            <a:ext cx="8763000" cy="1981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0"/>
              </a:lnSpc>
            </a:pPr>
            <a:r>
              <a:rPr b="0" i="0" sz="19500">
                <a:solidFill>
                  <a:srgbClr val="FFFFFF">
                    <a:alpha val="24000"/>
                  </a:srgbClr>
                </a:solidFill>
                <a:latin typeface="Poppins ExtraBold"/>
              </a:rPr>
              <a:t>1</a:t>
            </a:r>
          </a:p>
        </p:txBody>
      </p:sp>
      <p:sp>
        <p:nvSpPr>
          <p:cNvPr id="3" name="Rounded Rectangle 2"/>
          <p:cNvSpPr/>
          <p:nvPr/>
        </p:nvSpPr>
        <p:spPr>
          <a:xfrm rot="21480000">
            <a:off x="762000" y="5186934"/>
            <a:ext cx="3180308" cy="590550"/>
          </a:xfrm>
          <a:prstGeom prst="roundRect">
            <a:avLst>
              <a:gd name="adj" fmla="val 38709"/>
            </a:avLst>
          </a:prstGeom>
          <a:solidFill>
            <a:srgbClr val="4B7B98"/>
          </a:solidFill>
          <a:ln>
            <a:noFill/>
          </a:ln>
          <a:effectLst/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3450"/>
              </a:lnSpc>
            </a:pPr>
            <a:r>
              <a:rPr b="1" i="0" sz="3000">
                <a:solidFill>
                  <a:srgbClr val="FFFFFF"/>
                </a:solidFill>
                <a:latin typeface="Poppins"/>
              </a:rPr>
              <a:t>Kebiasaan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120384"/>
            <a:ext cx="8763000" cy="19781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88"/>
              </a:lnSpc>
            </a:pPr>
            <a:r>
              <a:rPr b="0" i="0" sz="6600">
                <a:solidFill>
                  <a:srgbClr val="FFFFFF"/>
                </a:solidFill>
                <a:latin typeface="Poppins ExtraBold"/>
              </a:rPr>
              <a:t>Begadang</a:t>
            </a:r>
            <a:br/>
            <a:r>
              <a:rPr b="0" i="0" sz="6600">
                <a:solidFill>
                  <a:srgbClr val="FFFFFF"/>
                </a:solidFill>
                <a:latin typeface="Poppins ExtraBold"/>
              </a:rPr>
              <a:t>terus-terusan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441436"/>
            <a:ext cx="8763000" cy="1173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620"/>
              </a:lnSpc>
            </a:pPr>
            <a:r>
              <a:rPr b="0" i="0" sz="3300">
                <a:solidFill>
                  <a:srgbClr val="FFFFFF"/>
                </a:solidFill>
                <a:latin typeface="Poppins Medium"/>
              </a:rPr>
              <a:t>Tidur kepotong demi akhir tahun yang seru.</a:t>
            </a:r>
          </a:p>
        </p:txBody>
      </p:sp>
      <p:sp>
        <p:nvSpPr>
          <p:cNvPr id="6" name="Panah next (cincin)"/>
          <p:cNvSpPr/>
          <p:nvPr/>
        </p:nvSpPr>
        <p:spPr>
          <a:xfrm>
            <a:off x="8124825" y="10696575"/>
            <a:ext cx="1123950" cy="1123950"/>
          </a:xfrm>
          <a:prstGeom prst="ellipse">
            <a:avLst/>
          </a:prstGeom>
          <a:noFill/>
          <a:ln w="4762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anah next"/>
          <p:cNvSpPr/>
          <p:nvPr/>
        </p:nvSpPr>
        <p:spPr>
          <a:xfrm>
            <a:off x="8391525" y="11077575"/>
            <a:ext cx="590550" cy="361950"/>
          </a:xfrm>
          <a:custGeom>
            <a:avLst/>
            <a:gdLst/>
            <a:ahLst/>
            <a:cxnLst/>
            <a:rect l="l" t="t" r="r" b="b"/>
            <a:pathLst>
              <a:path w="590550" h="361950">
                <a:moveTo>
                  <a:pt x="0" y="180975"/>
                </a:moveTo>
                <a:lnTo>
                  <a:pt x="590550" y="180975"/>
                </a:lnTo>
                <a:moveTo>
                  <a:pt x="409575" y="0"/>
                </a:moveTo>
                <a:lnTo>
                  <a:pt x="590550" y="180975"/>
                </a:lnTo>
                <a:lnTo>
                  <a:pt x="409575" y="361950"/>
                </a:lnTo>
              </a:path>
            </a:pathLst>
          </a:custGeom>
          <a:noFill/>
          <a:ln w="4762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862834"/>
            <a:ext cx="8763000" cy="1981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0"/>
              </a:lnSpc>
            </a:pPr>
            <a:r>
              <a:rPr b="0" i="0" sz="19500">
                <a:solidFill>
                  <a:srgbClr val="FFFFFF">
                    <a:alpha val="24000"/>
                  </a:srgbClr>
                </a:solidFill>
                <a:latin typeface="Poppins ExtraBold"/>
              </a:rPr>
              <a:t>2</a:t>
            </a:r>
          </a:p>
        </p:txBody>
      </p:sp>
      <p:sp>
        <p:nvSpPr>
          <p:cNvPr id="3" name="Rounded Rectangle 2"/>
          <p:cNvSpPr/>
          <p:nvPr/>
        </p:nvSpPr>
        <p:spPr>
          <a:xfrm rot="21480000">
            <a:off x="762000" y="5186934"/>
            <a:ext cx="3254573" cy="590550"/>
          </a:xfrm>
          <a:prstGeom prst="roundRect">
            <a:avLst>
              <a:gd name="adj" fmla="val 38709"/>
            </a:avLst>
          </a:prstGeom>
          <a:solidFill>
            <a:srgbClr val="4B7B98"/>
          </a:solidFill>
          <a:ln>
            <a:noFill/>
          </a:ln>
          <a:effectLst/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3450"/>
              </a:lnSpc>
            </a:pPr>
            <a:r>
              <a:rPr b="1" i="0" sz="3000">
                <a:solidFill>
                  <a:srgbClr val="FFFFFF"/>
                </a:solidFill>
                <a:latin typeface="Poppins"/>
              </a:rPr>
              <a:t>Kebiasaan 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120384"/>
            <a:ext cx="8763000" cy="19781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88"/>
              </a:lnSpc>
            </a:pPr>
            <a:r>
              <a:rPr b="0" i="0" sz="6600">
                <a:solidFill>
                  <a:srgbClr val="FFFFFF"/>
                </a:solidFill>
                <a:latin typeface="Poppins ExtraBold"/>
              </a:rPr>
              <a:t>Kurang gerak</a:t>
            </a:r>
            <a:br/>
            <a:r>
              <a:rPr b="0" i="0" sz="6600">
                <a:solidFill>
                  <a:srgbClr val="FFFFFF"/>
                </a:solidFill>
                <a:latin typeface="Poppins ExtraBold"/>
              </a:rPr>
              <a:t>selama libur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441436"/>
            <a:ext cx="8763000" cy="1173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620"/>
              </a:lnSpc>
            </a:pPr>
            <a:r>
              <a:rPr b="0" i="0" sz="3300">
                <a:solidFill>
                  <a:srgbClr val="FFFFFF"/>
                </a:solidFill>
                <a:latin typeface="Poppins Medium"/>
              </a:rPr>
              <a:t>Libur panjang sering berarti rebahan panjang.</a:t>
            </a:r>
          </a:p>
        </p:txBody>
      </p:sp>
      <p:sp>
        <p:nvSpPr>
          <p:cNvPr id="6" name="Panah next (cincin)"/>
          <p:cNvSpPr/>
          <p:nvPr/>
        </p:nvSpPr>
        <p:spPr>
          <a:xfrm>
            <a:off x="8124825" y="10696575"/>
            <a:ext cx="1123950" cy="1123950"/>
          </a:xfrm>
          <a:prstGeom prst="ellipse">
            <a:avLst/>
          </a:prstGeom>
          <a:noFill/>
          <a:ln w="4762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anah next"/>
          <p:cNvSpPr/>
          <p:nvPr/>
        </p:nvSpPr>
        <p:spPr>
          <a:xfrm>
            <a:off x="8391525" y="11077575"/>
            <a:ext cx="590550" cy="361950"/>
          </a:xfrm>
          <a:custGeom>
            <a:avLst/>
            <a:gdLst/>
            <a:ahLst/>
            <a:cxnLst/>
            <a:rect l="l" t="t" r="r" b="b"/>
            <a:pathLst>
              <a:path w="590550" h="361950">
                <a:moveTo>
                  <a:pt x="0" y="180975"/>
                </a:moveTo>
                <a:lnTo>
                  <a:pt x="590550" y="180975"/>
                </a:lnTo>
                <a:moveTo>
                  <a:pt x="409575" y="0"/>
                </a:moveTo>
                <a:lnTo>
                  <a:pt x="590550" y="180975"/>
                </a:lnTo>
                <a:lnTo>
                  <a:pt x="409575" y="361950"/>
                </a:lnTo>
              </a:path>
            </a:pathLst>
          </a:custGeom>
          <a:noFill/>
          <a:ln w="4762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862834"/>
            <a:ext cx="8763000" cy="1981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0"/>
              </a:lnSpc>
            </a:pPr>
            <a:r>
              <a:rPr b="0" i="0" sz="19500">
                <a:solidFill>
                  <a:srgbClr val="FFFFFF">
                    <a:alpha val="24000"/>
                  </a:srgbClr>
                </a:solidFill>
                <a:latin typeface="Poppins ExtraBold"/>
              </a:rPr>
              <a:t>3</a:t>
            </a:r>
          </a:p>
        </p:txBody>
      </p:sp>
      <p:sp>
        <p:nvSpPr>
          <p:cNvPr id="3" name="Rounded Rectangle 2"/>
          <p:cNvSpPr/>
          <p:nvPr/>
        </p:nvSpPr>
        <p:spPr>
          <a:xfrm rot="21480000">
            <a:off x="762000" y="5186934"/>
            <a:ext cx="3267521" cy="590550"/>
          </a:xfrm>
          <a:prstGeom prst="roundRect">
            <a:avLst>
              <a:gd name="adj" fmla="val 38709"/>
            </a:avLst>
          </a:prstGeom>
          <a:solidFill>
            <a:srgbClr val="4B7B98"/>
          </a:solidFill>
          <a:ln>
            <a:noFill/>
          </a:ln>
          <a:effectLst/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3450"/>
              </a:lnSpc>
            </a:pPr>
            <a:r>
              <a:rPr b="1" i="0" sz="3000">
                <a:solidFill>
                  <a:srgbClr val="FFFFFF"/>
                </a:solidFill>
                <a:latin typeface="Poppins"/>
              </a:rPr>
              <a:t>Kebiasaan #3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120384"/>
            <a:ext cx="8763000" cy="19781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88"/>
              </a:lnSpc>
            </a:pPr>
            <a:r>
              <a:rPr b="0" i="0" sz="6600">
                <a:solidFill>
                  <a:srgbClr val="FFFFFF"/>
                </a:solidFill>
                <a:latin typeface="Poppins ExtraBold"/>
              </a:rPr>
              <a:t>Makan nggak</a:t>
            </a:r>
            <a:br/>
            <a:r>
              <a:rPr b="0" i="0" sz="6600">
                <a:solidFill>
                  <a:srgbClr val="FFFFFF"/>
                </a:solidFill>
                <a:latin typeface="Poppins ExtraBold"/>
              </a:rPr>
              <a:t>teratur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441436"/>
            <a:ext cx="8763000" cy="1173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620"/>
              </a:lnSpc>
            </a:pPr>
            <a:r>
              <a:rPr b="0" i="0" sz="3300">
                <a:solidFill>
                  <a:srgbClr val="FFFFFF"/>
                </a:solidFill>
                <a:latin typeface="Poppins Medium"/>
              </a:rPr>
              <a:t>Jadwal makan berantakan karena acara dan kumpul-kumpul.</a:t>
            </a:r>
          </a:p>
        </p:txBody>
      </p:sp>
      <p:sp>
        <p:nvSpPr>
          <p:cNvPr id="6" name="Panah next (cincin)"/>
          <p:cNvSpPr/>
          <p:nvPr/>
        </p:nvSpPr>
        <p:spPr>
          <a:xfrm>
            <a:off x="8124825" y="10696575"/>
            <a:ext cx="1123950" cy="1123950"/>
          </a:xfrm>
          <a:prstGeom prst="ellipse">
            <a:avLst/>
          </a:prstGeom>
          <a:noFill/>
          <a:ln w="4762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anah next"/>
          <p:cNvSpPr/>
          <p:nvPr/>
        </p:nvSpPr>
        <p:spPr>
          <a:xfrm>
            <a:off x="8391525" y="11077575"/>
            <a:ext cx="590550" cy="361950"/>
          </a:xfrm>
          <a:custGeom>
            <a:avLst/>
            <a:gdLst/>
            <a:ahLst/>
            <a:cxnLst/>
            <a:rect l="l" t="t" r="r" b="b"/>
            <a:pathLst>
              <a:path w="590550" h="361950">
                <a:moveTo>
                  <a:pt x="0" y="180975"/>
                </a:moveTo>
                <a:lnTo>
                  <a:pt x="590550" y="180975"/>
                </a:lnTo>
                <a:moveTo>
                  <a:pt x="409575" y="0"/>
                </a:moveTo>
                <a:lnTo>
                  <a:pt x="590550" y="180975"/>
                </a:lnTo>
                <a:lnTo>
                  <a:pt x="409575" y="361950"/>
                </a:lnTo>
              </a:path>
            </a:pathLst>
          </a:custGeom>
          <a:noFill/>
          <a:ln w="4762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ulatan ikon"/>
          <p:cNvSpPr/>
          <p:nvPr/>
        </p:nvSpPr>
        <p:spPr>
          <a:xfrm>
            <a:off x="4429125" y="2605850"/>
            <a:ext cx="1428750" cy="14287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Ikon heart"/>
          <p:cNvSpPr/>
          <p:nvPr/>
        </p:nvSpPr>
        <p:spPr>
          <a:xfrm>
            <a:off x="4933950" y="3132017"/>
            <a:ext cx="419100" cy="397757"/>
          </a:xfrm>
          <a:custGeom>
            <a:avLst/>
            <a:gdLst/>
            <a:ahLst/>
            <a:cxnLst/>
            <a:rect l="l" t="t" r="r" b="b"/>
            <a:pathLst>
              <a:path w="419100" h="397757">
                <a:moveTo>
                  <a:pt x="209550" y="397757"/>
                </a:moveTo>
                <a:lnTo>
                  <a:pt x="209269" y="397581"/>
                </a:lnTo>
                <a:lnTo>
                  <a:pt x="208444" y="397054"/>
                </a:lnTo>
                <a:lnTo>
                  <a:pt x="207098" y="396184"/>
                </a:lnTo>
                <a:lnTo>
                  <a:pt x="205255" y="394976"/>
                </a:lnTo>
                <a:lnTo>
                  <a:pt x="202940" y="393437"/>
                </a:lnTo>
                <a:lnTo>
                  <a:pt x="200177" y="391572"/>
                </a:lnTo>
                <a:lnTo>
                  <a:pt x="196990" y="389388"/>
                </a:lnTo>
                <a:lnTo>
                  <a:pt x="193403" y="386891"/>
                </a:lnTo>
                <a:lnTo>
                  <a:pt x="189441" y="384086"/>
                </a:lnTo>
                <a:lnTo>
                  <a:pt x="185128" y="380980"/>
                </a:lnTo>
                <a:lnTo>
                  <a:pt x="180488" y="377579"/>
                </a:lnTo>
                <a:lnTo>
                  <a:pt x="175545" y="373889"/>
                </a:lnTo>
                <a:lnTo>
                  <a:pt x="170324" y="369915"/>
                </a:lnTo>
                <a:lnTo>
                  <a:pt x="164848" y="365665"/>
                </a:lnTo>
                <a:lnTo>
                  <a:pt x="159142" y="361144"/>
                </a:lnTo>
                <a:lnTo>
                  <a:pt x="153230" y="356357"/>
                </a:lnTo>
                <a:lnTo>
                  <a:pt x="147137" y="351312"/>
                </a:lnTo>
                <a:lnTo>
                  <a:pt x="140886" y="346014"/>
                </a:lnTo>
                <a:lnTo>
                  <a:pt x="134502" y="340470"/>
                </a:lnTo>
                <a:lnTo>
                  <a:pt x="128009" y="334684"/>
                </a:lnTo>
                <a:lnTo>
                  <a:pt x="121431" y="328664"/>
                </a:lnTo>
                <a:lnTo>
                  <a:pt x="114793" y="322416"/>
                </a:lnTo>
                <a:lnTo>
                  <a:pt x="108118" y="315945"/>
                </a:lnTo>
                <a:lnTo>
                  <a:pt x="101432" y="309257"/>
                </a:lnTo>
                <a:lnTo>
                  <a:pt x="94757" y="302359"/>
                </a:lnTo>
                <a:lnTo>
                  <a:pt x="88119" y="295257"/>
                </a:lnTo>
                <a:lnTo>
                  <a:pt x="81541" y="287957"/>
                </a:lnTo>
                <a:lnTo>
                  <a:pt x="75048" y="280464"/>
                </a:lnTo>
                <a:lnTo>
                  <a:pt x="68664" y="272785"/>
                </a:lnTo>
                <a:lnTo>
                  <a:pt x="62413" y="264926"/>
                </a:lnTo>
                <a:lnTo>
                  <a:pt x="56320" y="256892"/>
                </a:lnTo>
                <a:lnTo>
                  <a:pt x="50408" y="248691"/>
                </a:lnTo>
                <a:lnTo>
                  <a:pt x="44702" y="240328"/>
                </a:lnTo>
                <a:lnTo>
                  <a:pt x="39226" y="231809"/>
                </a:lnTo>
                <a:lnTo>
                  <a:pt x="34005" y="223140"/>
                </a:lnTo>
                <a:lnTo>
                  <a:pt x="29062" y="214327"/>
                </a:lnTo>
                <a:lnTo>
                  <a:pt x="24422" y="205376"/>
                </a:lnTo>
                <a:lnTo>
                  <a:pt x="20109" y="196294"/>
                </a:lnTo>
                <a:lnTo>
                  <a:pt x="16147" y="187086"/>
                </a:lnTo>
                <a:lnTo>
                  <a:pt x="12560" y="177759"/>
                </a:lnTo>
                <a:lnTo>
                  <a:pt x="9373" y="168318"/>
                </a:lnTo>
                <a:lnTo>
                  <a:pt x="6610" y="158769"/>
                </a:lnTo>
                <a:lnTo>
                  <a:pt x="4295" y="149119"/>
                </a:lnTo>
                <a:lnTo>
                  <a:pt x="2452" y="139374"/>
                </a:lnTo>
                <a:lnTo>
                  <a:pt x="1106" y="129539"/>
                </a:lnTo>
                <a:lnTo>
                  <a:pt x="281" y="119621"/>
                </a:lnTo>
                <a:lnTo>
                  <a:pt x="0" y="109626"/>
                </a:lnTo>
                <a:lnTo>
                  <a:pt x="0" y="109626"/>
                </a:lnTo>
                <a:lnTo>
                  <a:pt x="839" y="101603"/>
                </a:lnTo>
                <a:lnTo>
                  <a:pt x="2225" y="93656"/>
                </a:lnTo>
                <a:lnTo>
                  <a:pt x="4152" y="85822"/>
                </a:lnTo>
                <a:lnTo>
                  <a:pt x="6609" y="78139"/>
                </a:lnTo>
                <a:lnTo>
                  <a:pt x="9587" y="70641"/>
                </a:lnTo>
                <a:lnTo>
                  <a:pt x="13070" y="63365"/>
                </a:lnTo>
                <a:lnTo>
                  <a:pt x="17043" y="56344"/>
                </a:lnTo>
                <a:lnTo>
                  <a:pt x="21487" y="49612"/>
                </a:lnTo>
                <a:lnTo>
                  <a:pt x="26381" y="43199"/>
                </a:lnTo>
                <a:lnTo>
                  <a:pt x="31702" y="37135"/>
                </a:lnTo>
                <a:lnTo>
                  <a:pt x="37425" y="31450"/>
                </a:lnTo>
                <a:lnTo>
                  <a:pt x="43524" y="26170"/>
                </a:lnTo>
                <a:lnTo>
                  <a:pt x="49969" y="21319"/>
                </a:lnTo>
                <a:lnTo>
                  <a:pt x="56732" y="16920"/>
                </a:lnTo>
                <a:lnTo>
                  <a:pt x="63779" y="12995"/>
                </a:lnTo>
                <a:lnTo>
                  <a:pt x="71078" y="9560"/>
                </a:lnTo>
                <a:lnTo>
                  <a:pt x="78596" y="6633"/>
                </a:lnTo>
                <a:lnTo>
                  <a:pt x="86295" y="4227"/>
                </a:lnTo>
                <a:lnTo>
                  <a:pt x="94142" y="2353"/>
                </a:lnTo>
                <a:lnTo>
                  <a:pt x="102098" y="1020"/>
                </a:lnTo>
                <a:lnTo>
                  <a:pt x="110127" y="235"/>
                </a:lnTo>
                <a:lnTo>
                  <a:pt x="118190" y="0"/>
                </a:lnTo>
                <a:lnTo>
                  <a:pt x="126251" y="318"/>
                </a:lnTo>
                <a:lnTo>
                  <a:pt x="134271" y="1186"/>
                </a:lnTo>
                <a:lnTo>
                  <a:pt x="142213" y="2600"/>
                </a:lnTo>
                <a:lnTo>
                  <a:pt x="150040" y="4555"/>
                </a:lnTo>
                <a:lnTo>
                  <a:pt x="157714" y="7040"/>
                </a:lnTo>
                <a:lnTo>
                  <a:pt x="165201" y="10045"/>
                </a:lnTo>
                <a:lnTo>
                  <a:pt x="172465" y="13554"/>
                </a:lnTo>
                <a:lnTo>
                  <a:pt x="179471" y="17553"/>
                </a:lnTo>
                <a:lnTo>
                  <a:pt x="186188" y="22021"/>
                </a:lnTo>
                <a:lnTo>
                  <a:pt x="192583" y="26938"/>
                </a:lnTo>
                <a:lnTo>
                  <a:pt x="198627" y="32280"/>
                </a:lnTo>
                <a:lnTo>
                  <a:pt x="204292" y="38024"/>
                </a:lnTo>
                <a:lnTo>
                  <a:pt x="209550" y="44142"/>
                </a:lnTo>
                <a:lnTo>
                  <a:pt x="209550" y="44142"/>
                </a:lnTo>
                <a:lnTo>
                  <a:pt x="214808" y="38024"/>
                </a:lnTo>
                <a:lnTo>
                  <a:pt x="220473" y="32280"/>
                </a:lnTo>
                <a:lnTo>
                  <a:pt x="226517" y="26938"/>
                </a:lnTo>
                <a:lnTo>
                  <a:pt x="232912" y="22021"/>
                </a:lnTo>
                <a:lnTo>
                  <a:pt x="239629" y="17553"/>
                </a:lnTo>
                <a:lnTo>
                  <a:pt x="246635" y="13554"/>
                </a:lnTo>
                <a:lnTo>
                  <a:pt x="253899" y="10045"/>
                </a:lnTo>
                <a:lnTo>
                  <a:pt x="261386" y="7040"/>
                </a:lnTo>
                <a:lnTo>
                  <a:pt x="269060" y="4555"/>
                </a:lnTo>
                <a:lnTo>
                  <a:pt x="276887" y="2600"/>
                </a:lnTo>
                <a:lnTo>
                  <a:pt x="284829" y="1186"/>
                </a:lnTo>
                <a:lnTo>
                  <a:pt x="292849" y="318"/>
                </a:lnTo>
                <a:lnTo>
                  <a:pt x="300910" y="0"/>
                </a:lnTo>
                <a:lnTo>
                  <a:pt x="308973" y="235"/>
                </a:lnTo>
                <a:lnTo>
                  <a:pt x="317002" y="1020"/>
                </a:lnTo>
                <a:lnTo>
                  <a:pt x="324958" y="2353"/>
                </a:lnTo>
                <a:lnTo>
                  <a:pt x="332805" y="4227"/>
                </a:lnTo>
                <a:lnTo>
                  <a:pt x="340504" y="6633"/>
                </a:lnTo>
                <a:lnTo>
                  <a:pt x="348022" y="9560"/>
                </a:lnTo>
                <a:lnTo>
                  <a:pt x="355321" y="12995"/>
                </a:lnTo>
                <a:lnTo>
                  <a:pt x="362368" y="16920"/>
                </a:lnTo>
                <a:lnTo>
                  <a:pt x="369131" y="21319"/>
                </a:lnTo>
                <a:lnTo>
                  <a:pt x="375576" y="26170"/>
                </a:lnTo>
                <a:lnTo>
                  <a:pt x="381675" y="31450"/>
                </a:lnTo>
                <a:lnTo>
                  <a:pt x="387398" y="37135"/>
                </a:lnTo>
                <a:lnTo>
                  <a:pt x="392719" y="43199"/>
                </a:lnTo>
                <a:lnTo>
                  <a:pt x="397613" y="49612"/>
                </a:lnTo>
                <a:lnTo>
                  <a:pt x="402057" y="56344"/>
                </a:lnTo>
                <a:lnTo>
                  <a:pt x="406030" y="63365"/>
                </a:lnTo>
                <a:lnTo>
                  <a:pt x="409513" y="70641"/>
                </a:lnTo>
                <a:lnTo>
                  <a:pt x="412491" y="78139"/>
                </a:lnTo>
                <a:lnTo>
                  <a:pt x="414948" y="85822"/>
                </a:lnTo>
                <a:lnTo>
                  <a:pt x="416875" y="93656"/>
                </a:lnTo>
                <a:lnTo>
                  <a:pt x="418261" y="101603"/>
                </a:lnTo>
                <a:lnTo>
                  <a:pt x="419100" y="109626"/>
                </a:lnTo>
                <a:lnTo>
                  <a:pt x="419100" y="109626"/>
                </a:lnTo>
                <a:lnTo>
                  <a:pt x="418819" y="119621"/>
                </a:lnTo>
                <a:lnTo>
                  <a:pt x="417994" y="129539"/>
                </a:lnTo>
                <a:lnTo>
                  <a:pt x="416648" y="139374"/>
                </a:lnTo>
                <a:lnTo>
                  <a:pt x="414805" y="149119"/>
                </a:lnTo>
                <a:lnTo>
                  <a:pt x="412490" y="158769"/>
                </a:lnTo>
                <a:lnTo>
                  <a:pt x="409727" y="168318"/>
                </a:lnTo>
                <a:lnTo>
                  <a:pt x="406540" y="177759"/>
                </a:lnTo>
                <a:lnTo>
                  <a:pt x="402953" y="187086"/>
                </a:lnTo>
                <a:lnTo>
                  <a:pt x="398991" y="196294"/>
                </a:lnTo>
                <a:lnTo>
                  <a:pt x="394678" y="205376"/>
                </a:lnTo>
                <a:lnTo>
                  <a:pt x="390038" y="214327"/>
                </a:lnTo>
                <a:lnTo>
                  <a:pt x="385095" y="223140"/>
                </a:lnTo>
                <a:lnTo>
                  <a:pt x="379874" y="231809"/>
                </a:lnTo>
                <a:lnTo>
                  <a:pt x="374398" y="240328"/>
                </a:lnTo>
                <a:lnTo>
                  <a:pt x="368692" y="248691"/>
                </a:lnTo>
                <a:lnTo>
                  <a:pt x="362780" y="256892"/>
                </a:lnTo>
                <a:lnTo>
                  <a:pt x="356687" y="264926"/>
                </a:lnTo>
                <a:lnTo>
                  <a:pt x="350436" y="272785"/>
                </a:lnTo>
                <a:lnTo>
                  <a:pt x="344052" y="280464"/>
                </a:lnTo>
                <a:lnTo>
                  <a:pt x="337559" y="287957"/>
                </a:lnTo>
                <a:lnTo>
                  <a:pt x="330981" y="295257"/>
                </a:lnTo>
                <a:lnTo>
                  <a:pt x="324343" y="302359"/>
                </a:lnTo>
                <a:lnTo>
                  <a:pt x="317668" y="309257"/>
                </a:lnTo>
                <a:lnTo>
                  <a:pt x="310982" y="315945"/>
                </a:lnTo>
                <a:lnTo>
                  <a:pt x="304307" y="322416"/>
                </a:lnTo>
                <a:lnTo>
                  <a:pt x="297669" y="328664"/>
                </a:lnTo>
                <a:lnTo>
                  <a:pt x="291091" y="334684"/>
                </a:lnTo>
                <a:lnTo>
                  <a:pt x="284598" y="340470"/>
                </a:lnTo>
                <a:lnTo>
                  <a:pt x="278214" y="346014"/>
                </a:lnTo>
                <a:lnTo>
                  <a:pt x="271963" y="351312"/>
                </a:lnTo>
                <a:lnTo>
                  <a:pt x="265870" y="356357"/>
                </a:lnTo>
                <a:lnTo>
                  <a:pt x="259958" y="361144"/>
                </a:lnTo>
                <a:lnTo>
                  <a:pt x="254252" y="365665"/>
                </a:lnTo>
                <a:lnTo>
                  <a:pt x="248776" y="369915"/>
                </a:lnTo>
                <a:lnTo>
                  <a:pt x="243555" y="373889"/>
                </a:lnTo>
                <a:lnTo>
                  <a:pt x="238612" y="377579"/>
                </a:lnTo>
                <a:lnTo>
                  <a:pt x="233972" y="380980"/>
                </a:lnTo>
                <a:lnTo>
                  <a:pt x="229659" y="384086"/>
                </a:lnTo>
                <a:lnTo>
                  <a:pt x="225697" y="386891"/>
                </a:lnTo>
                <a:lnTo>
                  <a:pt x="222110" y="389388"/>
                </a:lnTo>
                <a:lnTo>
                  <a:pt x="218923" y="391572"/>
                </a:lnTo>
                <a:lnTo>
                  <a:pt x="216160" y="393437"/>
                </a:lnTo>
                <a:lnTo>
                  <a:pt x="213845" y="394976"/>
                </a:lnTo>
                <a:lnTo>
                  <a:pt x="212002" y="396184"/>
                </a:lnTo>
                <a:lnTo>
                  <a:pt x="210656" y="397054"/>
                </a:lnTo>
                <a:lnTo>
                  <a:pt x="209831" y="397581"/>
                </a:lnTo>
                <a:lnTo>
                  <a:pt x="209550" y="397757"/>
                </a:lnTo>
              </a:path>
            </a:pathLst>
          </a:custGeom>
          <a:noFill/>
          <a:ln w="52388" cap="rnd">
            <a:solidFill>
              <a:srgbClr val="0B233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Kotak"/>
          <p:cNvSpPr/>
          <p:nvPr/>
        </p:nvSpPr>
        <p:spPr>
          <a:xfrm>
            <a:off x="762000" y="4377500"/>
            <a:ext cx="8763000" cy="2802636"/>
          </a:xfrm>
          <a:prstGeom prst="roundRect">
            <a:avLst>
              <a:gd name="adj" fmla="val 13594"/>
            </a:avLst>
          </a:prstGeom>
          <a:solidFill>
            <a:srgbClr val="3D73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57300" y="4834700"/>
            <a:ext cx="7772400" cy="1888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433"/>
              </a:lnSpc>
            </a:pPr>
            <a:r>
              <a:rPr b="0" i="0" sz="6300">
                <a:solidFill>
                  <a:srgbClr val="FFFFFF"/>
                </a:solidFill>
                <a:latin typeface="Poppins ExtraBold"/>
              </a:rPr>
              <a:t>Simpan &amp; cek</a:t>
            </a:r>
            <a:br/>
            <a:r>
              <a:rPr b="0" i="0" sz="6300">
                <a:solidFill>
                  <a:srgbClr val="FFFFFF"/>
                </a:solidFill>
                <a:latin typeface="Poppins ExtraBold"/>
              </a:rPr>
              <a:t>kebiasaanmu 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523035"/>
            <a:ext cx="8763000" cy="1333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5250"/>
              </a:lnSpc>
            </a:pPr>
            <a:r>
              <a:rPr b="1" i="0" sz="4200">
                <a:solidFill>
                  <a:srgbClr val="FFFFFF"/>
                </a:solidFill>
                <a:latin typeface="Poppins"/>
              </a:rPr>
              <a:t>Kirim ke teman yang akhir tahunnya padat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26741" y="9199436"/>
            <a:ext cx="6233517" cy="672465"/>
          </a:xfrm>
          <a:prstGeom prst="roundRect">
            <a:avLst>
              <a:gd name="adj" fmla="val 33994"/>
            </a:avLst>
          </a:prstGeom>
          <a:solidFill>
            <a:srgbClr val="C8F03C"/>
          </a:solidFill>
          <a:ln>
            <a:noFill/>
          </a:ln>
          <a:effectLst/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3794"/>
              </a:lnSpc>
            </a:pPr>
            <a:r>
              <a:rPr b="0" i="0" sz="3300">
                <a:solidFill>
                  <a:srgbClr val="0B233D"/>
                </a:solidFill>
                <a:latin typeface="Poppins ExtraBold"/>
              </a:rPr>
              <a:t>Follow @shape.indonesia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C15 · Des W3 · Regular B2C · Health — 3 Kebiasaan Akhir Tahun yang Bikin Ngedrop</dc:title>
  <dc:subject/>
  <dc:creator>Eventime x Shape Indonesia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