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formal: ikon tautan, judul besar dengan 'Founding Circle' di highlight biru</a:t>
            </a:r>
          </a:p>
          <a:p>
            <a:r>
              <a:t>ELEMEN: Social proof: partner terkonfirmasi, tanpa angka</a:t>
            </a:r>
          </a:p>
          <a:p>
            <a:r>
              <a:t>MOTION: Ikon pop → kicker rise → judul rise, highlight menyusul → sub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logos</a:t>
            </a:r>
          </a:p>
          <a:p>
            <a:r>
              <a:t>VISUAL: Grid 5 kotak logo simetris (3 + 2) di tengah</a:t>
            </a:r>
          </a:p>
          <a:p>
            <a:r>
              <a:t>ELEMEN: Grid 5 logo sesuai plan; ucapan terima kasih di bawahnya</a:t>
            </a:r>
          </a:p>
          <a:p>
            <a:r>
              <a:t>MOTION: Judul rise → logo pop berurutan → ucapan rise</a:t>
            </a:r>
          </a:p>
          <a:p>
            <a:r>
              <a:t>ASET: 5 file logo (PNG transparan)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</a:t>
            </a:r>
          </a:p>
          <a:p>
            <a:r>
              <a:t>ELEMEN: CTA sesuai plan: follow seluruh partner</a:t>
            </a:r>
          </a:p>
          <a:p>
            <a:r>
              <a:t>MOTION: Ikon pop → kotak rise → sub rise → handle pop</a:t>
            </a:r>
          </a:p>
          <a:p>
            <a:r>
              <a:t>ASET: Handle IG tiap partner (untuk caption)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812256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link"/>
          <p:cNvSpPr/>
          <p:nvPr/>
        </p:nvSpPr>
        <p:spPr>
          <a:xfrm>
            <a:off x="4937154" y="3320285"/>
            <a:ext cx="412692" cy="412692"/>
          </a:xfrm>
          <a:custGeom>
            <a:avLst/>
            <a:gdLst/>
            <a:ahLst/>
            <a:cxnLst/>
            <a:rect l="l" t="t" r="r" b="b"/>
            <a:pathLst>
              <a:path w="412692" h="412692">
                <a:moveTo>
                  <a:pt x="153958" y="258734"/>
                </a:moveTo>
                <a:lnTo>
                  <a:pt x="159719" y="264157"/>
                </a:lnTo>
                <a:lnTo>
                  <a:pt x="165872" y="269131"/>
                </a:lnTo>
                <a:lnTo>
                  <a:pt x="172383" y="273625"/>
                </a:lnTo>
                <a:lnTo>
                  <a:pt x="179214" y="277616"/>
                </a:lnTo>
                <a:lnTo>
                  <a:pt x="186327" y="281080"/>
                </a:lnTo>
                <a:lnTo>
                  <a:pt x="193681" y="283997"/>
                </a:lnTo>
                <a:lnTo>
                  <a:pt x="201235" y="286351"/>
                </a:lnTo>
                <a:lnTo>
                  <a:pt x="208944" y="288129"/>
                </a:lnTo>
                <a:lnTo>
                  <a:pt x="216766" y="289319"/>
                </a:lnTo>
                <a:lnTo>
                  <a:pt x="224655" y="289916"/>
                </a:lnTo>
                <a:lnTo>
                  <a:pt x="232567" y="289916"/>
                </a:lnTo>
                <a:lnTo>
                  <a:pt x="240456" y="289319"/>
                </a:lnTo>
                <a:lnTo>
                  <a:pt x="248277" y="288129"/>
                </a:lnTo>
                <a:lnTo>
                  <a:pt x="255987" y="286351"/>
                </a:lnTo>
                <a:lnTo>
                  <a:pt x="263540" y="283997"/>
                </a:lnTo>
                <a:lnTo>
                  <a:pt x="270894" y="281080"/>
                </a:lnTo>
                <a:lnTo>
                  <a:pt x="278007" y="277616"/>
                </a:lnTo>
                <a:lnTo>
                  <a:pt x="284839" y="273625"/>
                </a:lnTo>
                <a:lnTo>
                  <a:pt x="291350" y="269131"/>
                </a:lnTo>
                <a:lnTo>
                  <a:pt x="297503" y="264157"/>
                </a:lnTo>
                <a:lnTo>
                  <a:pt x="303263" y="258734"/>
                </a:lnTo>
                <a:lnTo>
                  <a:pt x="303263" y="258734"/>
                </a:lnTo>
                <a:lnTo>
                  <a:pt x="308876" y="253121"/>
                </a:lnTo>
                <a:lnTo>
                  <a:pt x="314489" y="247508"/>
                </a:lnTo>
                <a:lnTo>
                  <a:pt x="320102" y="241895"/>
                </a:lnTo>
                <a:lnTo>
                  <a:pt x="325715" y="236282"/>
                </a:lnTo>
                <a:lnTo>
                  <a:pt x="331328" y="230669"/>
                </a:lnTo>
                <a:lnTo>
                  <a:pt x="336941" y="225056"/>
                </a:lnTo>
                <a:lnTo>
                  <a:pt x="342554" y="219443"/>
                </a:lnTo>
                <a:lnTo>
                  <a:pt x="348166" y="213830"/>
                </a:lnTo>
                <a:lnTo>
                  <a:pt x="353779" y="208217"/>
                </a:lnTo>
                <a:lnTo>
                  <a:pt x="359392" y="202604"/>
                </a:lnTo>
                <a:lnTo>
                  <a:pt x="365005" y="196991"/>
                </a:lnTo>
                <a:lnTo>
                  <a:pt x="370618" y="191378"/>
                </a:lnTo>
                <a:lnTo>
                  <a:pt x="376231" y="185765"/>
                </a:lnTo>
                <a:lnTo>
                  <a:pt x="381844" y="180153"/>
                </a:lnTo>
                <a:lnTo>
                  <a:pt x="381844" y="180153"/>
                </a:lnTo>
                <a:lnTo>
                  <a:pt x="387214" y="174365"/>
                </a:lnTo>
                <a:lnTo>
                  <a:pt x="392137" y="168192"/>
                </a:lnTo>
                <a:lnTo>
                  <a:pt x="396584" y="161669"/>
                </a:lnTo>
                <a:lnTo>
                  <a:pt x="400532" y="154832"/>
                </a:lnTo>
                <a:lnTo>
                  <a:pt x="403957" y="147719"/>
                </a:lnTo>
                <a:lnTo>
                  <a:pt x="406842" y="140369"/>
                </a:lnTo>
                <a:lnTo>
                  <a:pt x="409169" y="132825"/>
                </a:lnTo>
                <a:lnTo>
                  <a:pt x="410926" y="125128"/>
                </a:lnTo>
                <a:lnTo>
                  <a:pt x="412102" y="117321"/>
                </a:lnTo>
                <a:lnTo>
                  <a:pt x="412692" y="109448"/>
                </a:lnTo>
                <a:lnTo>
                  <a:pt x="412692" y="101553"/>
                </a:lnTo>
                <a:lnTo>
                  <a:pt x="412102" y="93680"/>
                </a:lnTo>
                <a:lnTo>
                  <a:pt x="410926" y="85873"/>
                </a:lnTo>
                <a:lnTo>
                  <a:pt x="409169" y="78176"/>
                </a:lnTo>
                <a:lnTo>
                  <a:pt x="406842" y="70631"/>
                </a:lnTo>
                <a:lnTo>
                  <a:pt x="403957" y="63282"/>
                </a:lnTo>
                <a:lnTo>
                  <a:pt x="400532" y="56169"/>
                </a:lnTo>
                <a:lnTo>
                  <a:pt x="396584" y="49331"/>
                </a:lnTo>
                <a:lnTo>
                  <a:pt x="392137" y="42808"/>
                </a:lnTo>
                <a:lnTo>
                  <a:pt x="387214" y="36636"/>
                </a:lnTo>
                <a:lnTo>
                  <a:pt x="381844" y="30848"/>
                </a:lnTo>
                <a:lnTo>
                  <a:pt x="376057" y="25478"/>
                </a:lnTo>
                <a:lnTo>
                  <a:pt x="369884" y="20556"/>
                </a:lnTo>
                <a:lnTo>
                  <a:pt x="363361" y="16108"/>
                </a:lnTo>
                <a:lnTo>
                  <a:pt x="356523" y="12161"/>
                </a:lnTo>
                <a:lnTo>
                  <a:pt x="349410" y="8735"/>
                </a:lnTo>
                <a:lnTo>
                  <a:pt x="342061" y="5851"/>
                </a:lnTo>
                <a:lnTo>
                  <a:pt x="334517" y="3524"/>
                </a:lnTo>
                <a:lnTo>
                  <a:pt x="326819" y="1767"/>
                </a:lnTo>
                <a:lnTo>
                  <a:pt x="319012" y="590"/>
                </a:lnTo>
                <a:lnTo>
                  <a:pt x="311139" y="0"/>
                </a:lnTo>
                <a:lnTo>
                  <a:pt x="303244" y="0"/>
                </a:lnTo>
                <a:lnTo>
                  <a:pt x="295371" y="590"/>
                </a:lnTo>
                <a:lnTo>
                  <a:pt x="287564" y="1767"/>
                </a:lnTo>
                <a:lnTo>
                  <a:pt x="279867" y="3524"/>
                </a:lnTo>
                <a:lnTo>
                  <a:pt x="272323" y="5851"/>
                </a:lnTo>
                <a:lnTo>
                  <a:pt x="264974" y="8735"/>
                </a:lnTo>
                <a:lnTo>
                  <a:pt x="257860" y="12161"/>
                </a:lnTo>
                <a:lnTo>
                  <a:pt x="251023" y="16108"/>
                </a:lnTo>
                <a:lnTo>
                  <a:pt x="244500" y="20556"/>
                </a:lnTo>
                <a:lnTo>
                  <a:pt x="238327" y="25478"/>
                </a:lnTo>
                <a:lnTo>
                  <a:pt x="232540" y="30848"/>
                </a:lnTo>
                <a:lnTo>
                  <a:pt x="232540" y="30848"/>
                </a:lnTo>
                <a:lnTo>
                  <a:pt x="225991" y="37397"/>
                </a:lnTo>
                <a:lnTo>
                  <a:pt x="219443" y="43945"/>
                </a:lnTo>
                <a:lnTo>
                  <a:pt x="212894" y="50493"/>
                </a:lnTo>
                <a:lnTo>
                  <a:pt x="206346" y="57042"/>
                </a:lnTo>
                <a:moveTo>
                  <a:pt x="258734" y="153959"/>
                </a:moveTo>
                <a:lnTo>
                  <a:pt x="252973" y="148535"/>
                </a:lnTo>
                <a:lnTo>
                  <a:pt x="246820" y="143562"/>
                </a:lnTo>
                <a:lnTo>
                  <a:pt x="240309" y="139067"/>
                </a:lnTo>
                <a:lnTo>
                  <a:pt x="233478" y="135076"/>
                </a:lnTo>
                <a:lnTo>
                  <a:pt x="226365" y="131612"/>
                </a:lnTo>
                <a:lnTo>
                  <a:pt x="219011" y="128695"/>
                </a:lnTo>
                <a:lnTo>
                  <a:pt x="211457" y="126341"/>
                </a:lnTo>
                <a:lnTo>
                  <a:pt x="203748" y="124564"/>
                </a:lnTo>
                <a:lnTo>
                  <a:pt x="195926" y="123373"/>
                </a:lnTo>
                <a:lnTo>
                  <a:pt x="188037" y="122776"/>
                </a:lnTo>
                <a:lnTo>
                  <a:pt x="180125" y="122776"/>
                </a:lnTo>
                <a:lnTo>
                  <a:pt x="172236" y="123373"/>
                </a:lnTo>
                <a:lnTo>
                  <a:pt x="164415" y="124564"/>
                </a:lnTo>
                <a:lnTo>
                  <a:pt x="156705" y="126341"/>
                </a:lnTo>
                <a:lnTo>
                  <a:pt x="149152" y="128695"/>
                </a:lnTo>
                <a:lnTo>
                  <a:pt x="141798" y="131612"/>
                </a:lnTo>
                <a:lnTo>
                  <a:pt x="134685" y="135076"/>
                </a:lnTo>
                <a:lnTo>
                  <a:pt x="127853" y="139067"/>
                </a:lnTo>
                <a:lnTo>
                  <a:pt x="121342" y="143562"/>
                </a:lnTo>
                <a:lnTo>
                  <a:pt x="115189" y="148535"/>
                </a:lnTo>
                <a:lnTo>
                  <a:pt x="109429" y="153959"/>
                </a:lnTo>
                <a:lnTo>
                  <a:pt x="109429" y="153959"/>
                </a:lnTo>
                <a:lnTo>
                  <a:pt x="103816" y="159572"/>
                </a:lnTo>
                <a:lnTo>
                  <a:pt x="98203" y="165185"/>
                </a:lnTo>
                <a:lnTo>
                  <a:pt x="92590" y="170798"/>
                </a:lnTo>
                <a:lnTo>
                  <a:pt x="86977" y="176411"/>
                </a:lnTo>
                <a:lnTo>
                  <a:pt x="81364" y="182023"/>
                </a:lnTo>
                <a:lnTo>
                  <a:pt x="75751" y="187636"/>
                </a:lnTo>
                <a:lnTo>
                  <a:pt x="70138" y="193249"/>
                </a:lnTo>
                <a:lnTo>
                  <a:pt x="64526" y="198862"/>
                </a:lnTo>
                <a:lnTo>
                  <a:pt x="58913" y="204475"/>
                </a:lnTo>
                <a:lnTo>
                  <a:pt x="53300" y="210088"/>
                </a:lnTo>
                <a:lnTo>
                  <a:pt x="47687" y="215701"/>
                </a:lnTo>
                <a:lnTo>
                  <a:pt x="42074" y="221314"/>
                </a:lnTo>
                <a:lnTo>
                  <a:pt x="36461" y="226927"/>
                </a:lnTo>
                <a:lnTo>
                  <a:pt x="30848" y="232540"/>
                </a:lnTo>
                <a:lnTo>
                  <a:pt x="30848" y="232540"/>
                </a:lnTo>
                <a:lnTo>
                  <a:pt x="25478" y="238328"/>
                </a:lnTo>
                <a:lnTo>
                  <a:pt x="20555" y="244500"/>
                </a:lnTo>
                <a:lnTo>
                  <a:pt x="16108" y="251023"/>
                </a:lnTo>
                <a:lnTo>
                  <a:pt x="12160" y="257861"/>
                </a:lnTo>
                <a:lnTo>
                  <a:pt x="8735" y="264974"/>
                </a:lnTo>
                <a:lnTo>
                  <a:pt x="5850" y="272323"/>
                </a:lnTo>
                <a:lnTo>
                  <a:pt x="3523" y="279868"/>
                </a:lnTo>
                <a:lnTo>
                  <a:pt x="1766" y="287565"/>
                </a:lnTo>
                <a:lnTo>
                  <a:pt x="590" y="295372"/>
                </a:lnTo>
                <a:lnTo>
                  <a:pt x="0" y="303245"/>
                </a:lnTo>
                <a:lnTo>
                  <a:pt x="0" y="311140"/>
                </a:lnTo>
                <a:lnTo>
                  <a:pt x="590" y="319013"/>
                </a:lnTo>
                <a:lnTo>
                  <a:pt x="1766" y="326820"/>
                </a:lnTo>
                <a:lnTo>
                  <a:pt x="3523" y="334517"/>
                </a:lnTo>
                <a:lnTo>
                  <a:pt x="5850" y="342061"/>
                </a:lnTo>
                <a:lnTo>
                  <a:pt x="8735" y="349410"/>
                </a:lnTo>
                <a:lnTo>
                  <a:pt x="12160" y="356524"/>
                </a:lnTo>
                <a:lnTo>
                  <a:pt x="16108" y="363361"/>
                </a:lnTo>
                <a:lnTo>
                  <a:pt x="20555" y="369884"/>
                </a:lnTo>
                <a:lnTo>
                  <a:pt x="25478" y="376057"/>
                </a:lnTo>
                <a:lnTo>
                  <a:pt x="30848" y="381844"/>
                </a:lnTo>
                <a:lnTo>
                  <a:pt x="36635" y="387214"/>
                </a:lnTo>
                <a:lnTo>
                  <a:pt x="42808" y="392137"/>
                </a:lnTo>
                <a:lnTo>
                  <a:pt x="49331" y="396584"/>
                </a:lnTo>
                <a:lnTo>
                  <a:pt x="56169" y="400532"/>
                </a:lnTo>
                <a:lnTo>
                  <a:pt x="63282" y="403957"/>
                </a:lnTo>
                <a:lnTo>
                  <a:pt x="70631" y="406842"/>
                </a:lnTo>
                <a:lnTo>
                  <a:pt x="78175" y="409169"/>
                </a:lnTo>
                <a:lnTo>
                  <a:pt x="85873" y="410926"/>
                </a:lnTo>
                <a:lnTo>
                  <a:pt x="93680" y="412102"/>
                </a:lnTo>
                <a:lnTo>
                  <a:pt x="101553" y="412692"/>
                </a:lnTo>
                <a:lnTo>
                  <a:pt x="109448" y="412692"/>
                </a:lnTo>
                <a:lnTo>
                  <a:pt x="117321" y="412102"/>
                </a:lnTo>
                <a:lnTo>
                  <a:pt x="125128" y="410926"/>
                </a:lnTo>
                <a:lnTo>
                  <a:pt x="132825" y="409169"/>
                </a:lnTo>
                <a:lnTo>
                  <a:pt x="140369" y="406842"/>
                </a:lnTo>
                <a:lnTo>
                  <a:pt x="147718" y="403957"/>
                </a:lnTo>
                <a:lnTo>
                  <a:pt x="154832" y="400532"/>
                </a:lnTo>
                <a:lnTo>
                  <a:pt x="161669" y="396584"/>
                </a:lnTo>
                <a:lnTo>
                  <a:pt x="168192" y="392137"/>
                </a:lnTo>
                <a:lnTo>
                  <a:pt x="174365" y="387214"/>
                </a:lnTo>
                <a:lnTo>
                  <a:pt x="180152" y="381844"/>
                </a:lnTo>
                <a:lnTo>
                  <a:pt x="180152" y="381844"/>
                </a:lnTo>
                <a:lnTo>
                  <a:pt x="186701" y="375296"/>
                </a:lnTo>
                <a:lnTo>
                  <a:pt x="193249" y="368747"/>
                </a:lnTo>
                <a:lnTo>
                  <a:pt x="199798" y="362199"/>
                </a:lnTo>
                <a:lnTo>
                  <a:pt x="206346" y="355651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32436" y="4583906"/>
            <a:ext cx="3222129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Year-End Recap</a:t>
            </a:r>
          </a:p>
        </p:txBody>
      </p:sp>
      <p:sp>
        <p:nvSpPr>
          <p:cNvPr id="5" name="Highlight"/>
          <p:cNvSpPr/>
          <p:nvPr/>
        </p:nvSpPr>
        <p:spPr>
          <a:xfrm>
            <a:off x="1889745" y="6434614"/>
            <a:ext cx="6507510" cy="777240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5451634"/>
            <a:ext cx="8763000" cy="269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0"/>
              </a:lnSpc>
            </a:pPr>
            <a:r>
              <a:rPr b="0" i="0" sz="6000">
                <a:solidFill>
                  <a:srgbClr val="FFFFFF"/>
                </a:solidFill>
                <a:latin typeface="Poppins ExtraBold"/>
              </a:rPr>
              <a:t>Terima kasih,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 Founding Circle 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8492014"/>
            <a:ext cx="81915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Ekosistem wellness Indonesia dibangun bareng-bareng.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020949"/>
            <a:ext cx="8763000" cy="15285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Dibangun</a:t>
            </a:r>
            <a:br/>
            <a:r>
              <a:rPr b="0" i="0" sz="5100">
                <a:solidFill>
                  <a:srgbClr val="FFFFFF"/>
                </a:solidFill>
                <a:latin typeface="Poppins ExtraBold"/>
              </a:rPr>
              <a:t>bareng-bareng</a:t>
            </a:r>
          </a:p>
        </p:txBody>
      </p:sp>
      <p:sp>
        <p:nvSpPr>
          <p:cNvPr id="3" name="Logo Fit4Go"/>
          <p:cNvSpPr/>
          <p:nvPr/>
        </p:nvSpPr>
        <p:spPr>
          <a:xfrm>
            <a:off x="7905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Fit4Go</a:t>
            </a:r>
          </a:p>
        </p:txBody>
      </p:sp>
      <p:sp>
        <p:nvSpPr>
          <p:cNvPr id="4" name="Logo PPYNI"/>
          <p:cNvSpPr/>
          <p:nvPr/>
        </p:nvSpPr>
        <p:spPr>
          <a:xfrm>
            <a:off x="37623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PPYNI</a:t>
            </a:r>
          </a:p>
        </p:txBody>
      </p:sp>
      <p:sp>
        <p:nvSpPr>
          <p:cNvPr id="5" name="Logo Bisa Gerak"/>
          <p:cNvSpPr/>
          <p:nvPr/>
        </p:nvSpPr>
        <p:spPr>
          <a:xfrm>
            <a:off x="67341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Bisa Gerak</a:t>
            </a:r>
          </a:p>
        </p:txBody>
      </p:sp>
      <p:sp>
        <p:nvSpPr>
          <p:cNvPr id="6" name="Logo Lux Entertainment"/>
          <p:cNvSpPr/>
          <p:nvPr/>
        </p:nvSpPr>
        <p:spPr>
          <a:xfrm>
            <a:off x="2276475" y="66640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Lux Entertainment</a:t>
            </a:r>
          </a:p>
        </p:txBody>
      </p:sp>
      <p:sp>
        <p:nvSpPr>
          <p:cNvPr id="7" name="Logo Dreya Communications"/>
          <p:cNvSpPr/>
          <p:nvPr/>
        </p:nvSpPr>
        <p:spPr>
          <a:xfrm>
            <a:off x="5248275" y="66640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Dreya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569071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Terima kasih atas kepercayaannya tahun ini.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heart"/>
          <p:cNvSpPr/>
          <p:nvPr/>
        </p:nvSpPr>
        <p:spPr>
          <a:xfrm>
            <a:off x="4933950" y="3132017"/>
            <a:ext cx="419100" cy="397757"/>
          </a:xfrm>
          <a:custGeom>
            <a:avLst/>
            <a:gdLst/>
            <a:ahLst/>
            <a:cxnLst/>
            <a:rect l="l" t="t" r="r" b="b"/>
            <a:pathLst>
              <a:path w="419100" h="397757">
                <a:moveTo>
                  <a:pt x="209550" y="397757"/>
                </a:moveTo>
                <a:lnTo>
                  <a:pt x="209269" y="397581"/>
                </a:lnTo>
                <a:lnTo>
                  <a:pt x="208444" y="397054"/>
                </a:lnTo>
                <a:lnTo>
                  <a:pt x="207098" y="396184"/>
                </a:lnTo>
                <a:lnTo>
                  <a:pt x="205255" y="394976"/>
                </a:lnTo>
                <a:lnTo>
                  <a:pt x="202940" y="393437"/>
                </a:lnTo>
                <a:lnTo>
                  <a:pt x="200177" y="391572"/>
                </a:lnTo>
                <a:lnTo>
                  <a:pt x="196990" y="389388"/>
                </a:lnTo>
                <a:lnTo>
                  <a:pt x="193403" y="386891"/>
                </a:lnTo>
                <a:lnTo>
                  <a:pt x="189441" y="384086"/>
                </a:lnTo>
                <a:lnTo>
                  <a:pt x="185128" y="380980"/>
                </a:lnTo>
                <a:lnTo>
                  <a:pt x="180488" y="377579"/>
                </a:lnTo>
                <a:lnTo>
                  <a:pt x="175545" y="373889"/>
                </a:lnTo>
                <a:lnTo>
                  <a:pt x="170324" y="369915"/>
                </a:lnTo>
                <a:lnTo>
                  <a:pt x="164848" y="365665"/>
                </a:lnTo>
                <a:lnTo>
                  <a:pt x="159142" y="361144"/>
                </a:lnTo>
                <a:lnTo>
                  <a:pt x="153230" y="356357"/>
                </a:lnTo>
                <a:lnTo>
                  <a:pt x="147137" y="351312"/>
                </a:lnTo>
                <a:lnTo>
                  <a:pt x="140886" y="346014"/>
                </a:lnTo>
                <a:lnTo>
                  <a:pt x="134502" y="340470"/>
                </a:lnTo>
                <a:lnTo>
                  <a:pt x="128009" y="334684"/>
                </a:lnTo>
                <a:lnTo>
                  <a:pt x="121431" y="328664"/>
                </a:lnTo>
                <a:lnTo>
                  <a:pt x="114793" y="322416"/>
                </a:lnTo>
                <a:lnTo>
                  <a:pt x="108118" y="315945"/>
                </a:lnTo>
                <a:lnTo>
                  <a:pt x="101432" y="309257"/>
                </a:lnTo>
                <a:lnTo>
                  <a:pt x="94757" y="302359"/>
                </a:lnTo>
                <a:lnTo>
                  <a:pt x="88119" y="295257"/>
                </a:lnTo>
                <a:lnTo>
                  <a:pt x="81541" y="287957"/>
                </a:lnTo>
                <a:lnTo>
                  <a:pt x="75048" y="280464"/>
                </a:lnTo>
                <a:lnTo>
                  <a:pt x="68664" y="272785"/>
                </a:lnTo>
                <a:lnTo>
                  <a:pt x="62413" y="264926"/>
                </a:lnTo>
                <a:lnTo>
                  <a:pt x="56320" y="256892"/>
                </a:lnTo>
                <a:lnTo>
                  <a:pt x="50408" y="248691"/>
                </a:lnTo>
                <a:lnTo>
                  <a:pt x="44702" y="240328"/>
                </a:lnTo>
                <a:lnTo>
                  <a:pt x="39226" y="231809"/>
                </a:lnTo>
                <a:lnTo>
                  <a:pt x="34005" y="223140"/>
                </a:lnTo>
                <a:lnTo>
                  <a:pt x="29062" y="214327"/>
                </a:lnTo>
                <a:lnTo>
                  <a:pt x="24422" y="205376"/>
                </a:lnTo>
                <a:lnTo>
                  <a:pt x="20109" y="196294"/>
                </a:lnTo>
                <a:lnTo>
                  <a:pt x="16147" y="187086"/>
                </a:lnTo>
                <a:lnTo>
                  <a:pt x="12560" y="177759"/>
                </a:lnTo>
                <a:lnTo>
                  <a:pt x="9373" y="168318"/>
                </a:lnTo>
                <a:lnTo>
                  <a:pt x="6610" y="158769"/>
                </a:lnTo>
                <a:lnTo>
                  <a:pt x="4295" y="149119"/>
                </a:lnTo>
                <a:lnTo>
                  <a:pt x="2452" y="139374"/>
                </a:lnTo>
                <a:lnTo>
                  <a:pt x="1106" y="129539"/>
                </a:lnTo>
                <a:lnTo>
                  <a:pt x="281" y="119621"/>
                </a:lnTo>
                <a:lnTo>
                  <a:pt x="0" y="109626"/>
                </a:lnTo>
                <a:lnTo>
                  <a:pt x="0" y="109626"/>
                </a:lnTo>
                <a:lnTo>
                  <a:pt x="839" y="101603"/>
                </a:lnTo>
                <a:lnTo>
                  <a:pt x="2225" y="93656"/>
                </a:lnTo>
                <a:lnTo>
                  <a:pt x="4152" y="85822"/>
                </a:lnTo>
                <a:lnTo>
                  <a:pt x="6609" y="78139"/>
                </a:lnTo>
                <a:lnTo>
                  <a:pt x="9587" y="70641"/>
                </a:lnTo>
                <a:lnTo>
                  <a:pt x="13070" y="63365"/>
                </a:lnTo>
                <a:lnTo>
                  <a:pt x="17043" y="56344"/>
                </a:lnTo>
                <a:lnTo>
                  <a:pt x="21487" y="49612"/>
                </a:lnTo>
                <a:lnTo>
                  <a:pt x="26381" y="43199"/>
                </a:lnTo>
                <a:lnTo>
                  <a:pt x="31702" y="37135"/>
                </a:lnTo>
                <a:lnTo>
                  <a:pt x="37425" y="31450"/>
                </a:lnTo>
                <a:lnTo>
                  <a:pt x="43524" y="26170"/>
                </a:lnTo>
                <a:lnTo>
                  <a:pt x="49969" y="21319"/>
                </a:lnTo>
                <a:lnTo>
                  <a:pt x="56732" y="16920"/>
                </a:lnTo>
                <a:lnTo>
                  <a:pt x="63779" y="12995"/>
                </a:lnTo>
                <a:lnTo>
                  <a:pt x="71078" y="9560"/>
                </a:lnTo>
                <a:lnTo>
                  <a:pt x="78596" y="6633"/>
                </a:lnTo>
                <a:lnTo>
                  <a:pt x="86295" y="4227"/>
                </a:lnTo>
                <a:lnTo>
                  <a:pt x="94142" y="2353"/>
                </a:lnTo>
                <a:lnTo>
                  <a:pt x="102098" y="1020"/>
                </a:lnTo>
                <a:lnTo>
                  <a:pt x="110127" y="235"/>
                </a:lnTo>
                <a:lnTo>
                  <a:pt x="118190" y="0"/>
                </a:lnTo>
                <a:lnTo>
                  <a:pt x="126251" y="318"/>
                </a:lnTo>
                <a:lnTo>
                  <a:pt x="134271" y="1186"/>
                </a:lnTo>
                <a:lnTo>
                  <a:pt x="142213" y="2600"/>
                </a:lnTo>
                <a:lnTo>
                  <a:pt x="150040" y="4555"/>
                </a:lnTo>
                <a:lnTo>
                  <a:pt x="157714" y="7040"/>
                </a:lnTo>
                <a:lnTo>
                  <a:pt x="165201" y="10045"/>
                </a:lnTo>
                <a:lnTo>
                  <a:pt x="172465" y="13554"/>
                </a:lnTo>
                <a:lnTo>
                  <a:pt x="179471" y="17553"/>
                </a:lnTo>
                <a:lnTo>
                  <a:pt x="186188" y="22021"/>
                </a:lnTo>
                <a:lnTo>
                  <a:pt x="192583" y="26938"/>
                </a:lnTo>
                <a:lnTo>
                  <a:pt x="198627" y="32280"/>
                </a:lnTo>
                <a:lnTo>
                  <a:pt x="204292" y="38024"/>
                </a:lnTo>
                <a:lnTo>
                  <a:pt x="209550" y="44142"/>
                </a:lnTo>
                <a:lnTo>
                  <a:pt x="209550" y="44142"/>
                </a:lnTo>
                <a:lnTo>
                  <a:pt x="214808" y="38024"/>
                </a:lnTo>
                <a:lnTo>
                  <a:pt x="220473" y="32280"/>
                </a:lnTo>
                <a:lnTo>
                  <a:pt x="226517" y="26938"/>
                </a:lnTo>
                <a:lnTo>
                  <a:pt x="232912" y="22021"/>
                </a:lnTo>
                <a:lnTo>
                  <a:pt x="239629" y="17553"/>
                </a:lnTo>
                <a:lnTo>
                  <a:pt x="246635" y="13554"/>
                </a:lnTo>
                <a:lnTo>
                  <a:pt x="253899" y="10045"/>
                </a:lnTo>
                <a:lnTo>
                  <a:pt x="261386" y="7040"/>
                </a:lnTo>
                <a:lnTo>
                  <a:pt x="269060" y="4555"/>
                </a:lnTo>
                <a:lnTo>
                  <a:pt x="276887" y="2600"/>
                </a:lnTo>
                <a:lnTo>
                  <a:pt x="284829" y="1186"/>
                </a:lnTo>
                <a:lnTo>
                  <a:pt x="292849" y="318"/>
                </a:lnTo>
                <a:lnTo>
                  <a:pt x="300910" y="0"/>
                </a:lnTo>
                <a:lnTo>
                  <a:pt x="308973" y="235"/>
                </a:lnTo>
                <a:lnTo>
                  <a:pt x="317002" y="1020"/>
                </a:lnTo>
                <a:lnTo>
                  <a:pt x="324958" y="2353"/>
                </a:lnTo>
                <a:lnTo>
                  <a:pt x="332805" y="4227"/>
                </a:lnTo>
                <a:lnTo>
                  <a:pt x="340504" y="6633"/>
                </a:lnTo>
                <a:lnTo>
                  <a:pt x="348022" y="9560"/>
                </a:lnTo>
                <a:lnTo>
                  <a:pt x="355321" y="12995"/>
                </a:lnTo>
                <a:lnTo>
                  <a:pt x="362368" y="16920"/>
                </a:lnTo>
                <a:lnTo>
                  <a:pt x="369131" y="21319"/>
                </a:lnTo>
                <a:lnTo>
                  <a:pt x="375576" y="26170"/>
                </a:lnTo>
                <a:lnTo>
                  <a:pt x="381675" y="31450"/>
                </a:lnTo>
                <a:lnTo>
                  <a:pt x="387398" y="37135"/>
                </a:lnTo>
                <a:lnTo>
                  <a:pt x="392719" y="43199"/>
                </a:lnTo>
                <a:lnTo>
                  <a:pt x="397613" y="49612"/>
                </a:lnTo>
                <a:lnTo>
                  <a:pt x="402057" y="56344"/>
                </a:lnTo>
                <a:lnTo>
                  <a:pt x="406030" y="63365"/>
                </a:lnTo>
                <a:lnTo>
                  <a:pt x="409513" y="70641"/>
                </a:lnTo>
                <a:lnTo>
                  <a:pt x="412491" y="78139"/>
                </a:lnTo>
                <a:lnTo>
                  <a:pt x="414948" y="85822"/>
                </a:lnTo>
                <a:lnTo>
                  <a:pt x="416875" y="93656"/>
                </a:lnTo>
                <a:lnTo>
                  <a:pt x="418261" y="101603"/>
                </a:lnTo>
                <a:lnTo>
                  <a:pt x="419100" y="109626"/>
                </a:lnTo>
                <a:lnTo>
                  <a:pt x="419100" y="109626"/>
                </a:lnTo>
                <a:lnTo>
                  <a:pt x="418819" y="119621"/>
                </a:lnTo>
                <a:lnTo>
                  <a:pt x="417994" y="129539"/>
                </a:lnTo>
                <a:lnTo>
                  <a:pt x="416648" y="139374"/>
                </a:lnTo>
                <a:lnTo>
                  <a:pt x="414805" y="149119"/>
                </a:lnTo>
                <a:lnTo>
                  <a:pt x="412490" y="158769"/>
                </a:lnTo>
                <a:lnTo>
                  <a:pt x="409727" y="168318"/>
                </a:lnTo>
                <a:lnTo>
                  <a:pt x="406540" y="177759"/>
                </a:lnTo>
                <a:lnTo>
                  <a:pt x="402953" y="187086"/>
                </a:lnTo>
                <a:lnTo>
                  <a:pt x="398991" y="196294"/>
                </a:lnTo>
                <a:lnTo>
                  <a:pt x="394678" y="205376"/>
                </a:lnTo>
                <a:lnTo>
                  <a:pt x="390038" y="214327"/>
                </a:lnTo>
                <a:lnTo>
                  <a:pt x="385095" y="223140"/>
                </a:lnTo>
                <a:lnTo>
                  <a:pt x="379874" y="231809"/>
                </a:lnTo>
                <a:lnTo>
                  <a:pt x="374398" y="240328"/>
                </a:lnTo>
                <a:lnTo>
                  <a:pt x="368692" y="248691"/>
                </a:lnTo>
                <a:lnTo>
                  <a:pt x="362780" y="256892"/>
                </a:lnTo>
                <a:lnTo>
                  <a:pt x="356687" y="264926"/>
                </a:lnTo>
                <a:lnTo>
                  <a:pt x="350436" y="272785"/>
                </a:lnTo>
                <a:lnTo>
                  <a:pt x="344052" y="280464"/>
                </a:lnTo>
                <a:lnTo>
                  <a:pt x="337559" y="287957"/>
                </a:lnTo>
                <a:lnTo>
                  <a:pt x="330981" y="295257"/>
                </a:lnTo>
                <a:lnTo>
                  <a:pt x="324343" y="302359"/>
                </a:lnTo>
                <a:lnTo>
                  <a:pt x="317668" y="309257"/>
                </a:lnTo>
                <a:lnTo>
                  <a:pt x="310982" y="315945"/>
                </a:lnTo>
                <a:lnTo>
                  <a:pt x="304307" y="322416"/>
                </a:lnTo>
                <a:lnTo>
                  <a:pt x="297669" y="328664"/>
                </a:lnTo>
                <a:lnTo>
                  <a:pt x="291091" y="334684"/>
                </a:lnTo>
                <a:lnTo>
                  <a:pt x="284598" y="340470"/>
                </a:lnTo>
                <a:lnTo>
                  <a:pt x="278214" y="346014"/>
                </a:lnTo>
                <a:lnTo>
                  <a:pt x="271963" y="351312"/>
                </a:lnTo>
                <a:lnTo>
                  <a:pt x="265870" y="356357"/>
                </a:lnTo>
                <a:lnTo>
                  <a:pt x="259958" y="361144"/>
                </a:lnTo>
                <a:lnTo>
                  <a:pt x="254252" y="365665"/>
                </a:lnTo>
                <a:lnTo>
                  <a:pt x="248776" y="369915"/>
                </a:lnTo>
                <a:lnTo>
                  <a:pt x="243555" y="373889"/>
                </a:lnTo>
                <a:lnTo>
                  <a:pt x="238612" y="377579"/>
                </a:lnTo>
                <a:lnTo>
                  <a:pt x="233972" y="380980"/>
                </a:lnTo>
                <a:lnTo>
                  <a:pt x="229659" y="384086"/>
                </a:lnTo>
                <a:lnTo>
                  <a:pt x="225697" y="386891"/>
                </a:lnTo>
                <a:lnTo>
                  <a:pt x="222110" y="389388"/>
                </a:lnTo>
                <a:lnTo>
                  <a:pt x="218923" y="391572"/>
                </a:lnTo>
                <a:lnTo>
                  <a:pt x="216160" y="393437"/>
                </a:lnTo>
                <a:lnTo>
                  <a:pt x="213845" y="394976"/>
                </a:lnTo>
                <a:lnTo>
                  <a:pt x="212002" y="396184"/>
                </a:lnTo>
                <a:lnTo>
                  <a:pt x="210656" y="397054"/>
                </a:lnTo>
                <a:lnTo>
                  <a:pt x="209831" y="397581"/>
                </a:lnTo>
                <a:lnTo>
                  <a:pt x="209550" y="397757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Follow seluruh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partner kami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Tag dan cek akun tiap partner di caption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199436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C17 · Des W4 · Campaign B2B · Year-End Recap Founding Circle Partners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