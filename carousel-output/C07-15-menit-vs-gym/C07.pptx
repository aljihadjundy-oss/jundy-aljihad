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cover</a:t>
            </a:r>
          </a:p>
          <a:p>
            <a:r>
              <a:t>VISUAL: Cover tipografi besar: simbol &gt; sebagai inti perbandingan, ikon dumbbell di bulatan putih, ghost '15'' samar</a:t>
            </a:r>
          </a:p>
          <a:p>
            <a:r>
              <a:t>ELEMEN: Highlight biru di '&gt;' dan satu-satunya aksen merah di kata 'Niat' (punchline: niat tanpa gerak)</a:t>
            </a:r>
          </a:p>
          <a:p>
            <a:r>
              <a:t>MOTION: Ikon pop → kicker rise → judul rise, '&gt;' lalu 'Niat' stamp merah menyusul → sub rise; panah next fade</a:t>
            </a:r>
          </a:p>
          <a:p>
            <a:r>
              <a:t>ASET: Tidak 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compare</a:t>
            </a:r>
          </a:p>
          <a:p>
            <a:r>
              <a:t>VISUAL: Dua kartu berdampingan: kiri kaca polos (niat), kanan lebih terang (jalan). Ini adegan inti dari plan: 2 box berdampingan sebagai perbandingan visual</a:t>
            </a:r>
          </a:p>
          <a:p>
            <a:r>
              <a:t>ELEMEN: Perbandingan 2 kolom, tanpa angka klaim</a:t>
            </a:r>
          </a:p>
          <a:p>
            <a:r>
              <a:t>MOTION: Judul rise → kartu kiri slide dari kiri → kartu kanan slide dari kanan → penutup rise</a:t>
            </a:r>
          </a:p>
          <a:p>
            <a:r>
              <a:t>ASET: Tidak 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list</a:t>
            </a:r>
          </a:p>
          <a:p>
            <a:r>
              <a:t>VISUAL: Lima glass card berisi ide gerakan ringan yang realistis dilakukan di rumah</a:t>
            </a:r>
          </a:p>
          <a:p>
            <a:r>
              <a:t>ELEMEN: Checklist yang muncul satu per satu: pembaca langsung punya opsi untuk dicoba hari ini</a:t>
            </a:r>
          </a:p>
          <a:p>
            <a:r>
              <a:t>MOTION: Judul rise → tiap baris slide-in dari kiri berurutan 0.25 detik</a:t>
            </a:r>
          </a:p>
          <a:p>
            <a:r>
              <a:t>ASET: Tidak 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cta</a:t>
            </a:r>
          </a:p>
          <a:p>
            <a:r>
              <a:t>VISUAL: Penutup tenang: kotak biru + pill handle lime, tanpa panah next</a:t>
            </a:r>
          </a:p>
          <a:p>
            <a:r>
              <a:t>ELEMEN: CTA simpan &amp; share (B2C edukasi, bukan daftar webinar)</a:t>
            </a:r>
          </a:p>
          <a:p>
            <a:r>
              <a:t>MOTION: Ikon pop → kotak rise → sub rise → handle pop</a:t>
            </a:r>
          </a:p>
          <a:p>
            <a:r>
              <a:t>ASET: Tidak 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hape Carous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Latar grid miri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102" name="Logo Shap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10050" y="847725"/>
            <a:ext cx="1914525" cy="666750"/>
          </a:xfrm>
          <a:prstGeom prst="rect">
            <a:avLst/>
          </a:prstGeom>
        </p:spPr>
      </p:pic>
      <p:sp>
        <p:nvSpPr>
          <p:cNvPr id="103" name="Titik 1"/>
          <p:cNvSpPr/>
          <p:nvPr userDrawn="1"/>
        </p:nvSpPr>
        <p:spPr>
          <a:xfrm>
            <a:off x="438150" y="733425"/>
            <a:ext cx="295275" cy="295275"/>
          </a:xfrm>
          <a:prstGeom prst="ellipse">
            <a:avLst/>
          </a:prstGeom>
          <a:solidFill>
            <a:srgbClr val="67A1C4"/>
          </a:solidFill>
          <a:ln>
            <a:noFill/>
          </a:ln>
        </p:spPr>
      </p:sp>
      <p:sp>
        <p:nvSpPr>
          <p:cNvPr id="104" name="Titik 2"/>
          <p:cNvSpPr/>
          <p:nvPr userDrawn="1"/>
        </p:nvSpPr>
        <p:spPr>
          <a:xfrm>
            <a:off x="876300" y="733425"/>
            <a:ext cx="295275" cy="295275"/>
          </a:xfrm>
          <a:prstGeom prst="ellipse">
            <a:avLst/>
          </a:prstGeom>
          <a:solidFill>
            <a:srgbClr val="67A1C4"/>
          </a:solidFill>
          <a:ln>
            <a:noFill/>
          </a:ln>
        </p:spPr>
      </p:sp>
      <p:sp>
        <p:nvSpPr>
          <p:cNvPr id="105" name="Titik 3"/>
          <p:cNvSpPr/>
          <p:nvPr userDrawn="1"/>
        </p:nvSpPr>
        <p:spPr>
          <a:xfrm>
            <a:off x="1323975" y="733425"/>
            <a:ext cx="295275" cy="295275"/>
          </a:xfrm>
          <a:prstGeom prst="ellipse">
            <a:avLst/>
          </a:prstGeom>
          <a:solidFill>
            <a:srgbClr val="67A1C4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ata ghost"/>
          <p:cNvSpPr txBox="1"/>
          <p:nvPr/>
        </p:nvSpPr>
        <p:spPr>
          <a:xfrm>
            <a:off x="0" y="4191000"/>
            <a:ext cx="10287000" cy="323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2500"/>
              </a:lnSpc>
            </a:pPr>
            <a:r>
              <a:rPr b="0" i="0" sz="22500">
                <a:solidFill>
                  <a:srgbClr val="FFFFFF">
                    <a:alpha val="7000"/>
                  </a:srgbClr>
                </a:solidFill>
                <a:latin typeface="Poppins ExtraBold"/>
              </a:rPr>
              <a:t>15'</a:t>
            </a:r>
          </a:p>
        </p:txBody>
      </p:sp>
      <p:sp>
        <p:nvSpPr>
          <p:cNvPr id="3" name="Bulatan ikon"/>
          <p:cNvSpPr/>
          <p:nvPr/>
        </p:nvSpPr>
        <p:spPr>
          <a:xfrm>
            <a:off x="4429125" y="2970752"/>
            <a:ext cx="1428750" cy="14287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Ikon dumbbell"/>
          <p:cNvSpPr/>
          <p:nvPr/>
        </p:nvSpPr>
        <p:spPr>
          <a:xfrm>
            <a:off x="4907756" y="3554158"/>
            <a:ext cx="471488" cy="261938"/>
          </a:xfrm>
          <a:custGeom>
            <a:avLst/>
            <a:gdLst/>
            <a:ahLst/>
            <a:cxnLst/>
            <a:rect l="l" t="t" r="r" b="b"/>
            <a:pathLst>
              <a:path w="471488" h="261938">
                <a:moveTo>
                  <a:pt x="78582" y="0"/>
                </a:moveTo>
                <a:lnTo>
                  <a:pt x="78582" y="7938"/>
                </a:lnTo>
                <a:lnTo>
                  <a:pt x="78582" y="15876"/>
                </a:lnTo>
                <a:lnTo>
                  <a:pt x="78582" y="23813"/>
                </a:lnTo>
                <a:lnTo>
                  <a:pt x="78582" y="31750"/>
                </a:lnTo>
                <a:lnTo>
                  <a:pt x="78582" y="39688"/>
                </a:lnTo>
                <a:lnTo>
                  <a:pt x="78582" y="47626"/>
                </a:lnTo>
                <a:lnTo>
                  <a:pt x="78582" y="55563"/>
                </a:lnTo>
                <a:lnTo>
                  <a:pt x="78582" y="63500"/>
                </a:lnTo>
                <a:lnTo>
                  <a:pt x="78582" y="71438"/>
                </a:lnTo>
                <a:lnTo>
                  <a:pt x="78582" y="79375"/>
                </a:lnTo>
                <a:lnTo>
                  <a:pt x="78582" y="87313"/>
                </a:lnTo>
                <a:lnTo>
                  <a:pt x="78582" y="95250"/>
                </a:lnTo>
                <a:lnTo>
                  <a:pt x="78582" y="103188"/>
                </a:lnTo>
                <a:lnTo>
                  <a:pt x="78582" y="111126"/>
                </a:lnTo>
                <a:lnTo>
                  <a:pt x="78582" y="119063"/>
                </a:lnTo>
                <a:lnTo>
                  <a:pt x="78582" y="127000"/>
                </a:lnTo>
                <a:lnTo>
                  <a:pt x="78582" y="134938"/>
                </a:lnTo>
                <a:lnTo>
                  <a:pt x="78582" y="142876"/>
                </a:lnTo>
                <a:lnTo>
                  <a:pt x="78582" y="150813"/>
                </a:lnTo>
                <a:lnTo>
                  <a:pt x="78582" y="158750"/>
                </a:lnTo>
                <a:lnTo>
                  <a:pt x="78582" y="166688"/>
                </a:lnTo>
                <a:lnTo>
                  <a:pt x="78582" y="174625"/>
                </a:lnTo>
                <a:lnTo>
                  <a:pt x="78582" y="182563"/>
                </a:lnTo>
                <a:lnTo>
                  <a:pt x="78582" y="190500"/>
                </a:lnTo>
                <a:lnTo>
                  <a:pt x="78582" y="198438"/>
                </a:lnTo>
                <a:lnTo>
                  <a:pt x="78582" y="206376"/>
                </a:lnTo>
                <a:lnTo>
                  <a:pt x="78582" y="214313"/>
                </a:lnTo>
                <a:lnTo>
                  <a:pt x="78582" y="222250"/>
                </a:lnTo>
                <a:lnTo>
                  <a:pt x="78582" y="230188"/>
                </a:lnTo>
                <a:lnTo>
                  <a:pt x="78582" y="238126"/>
                </a:lnTo>
                <a:lnTo>
                  <a:pt x="78582" y="246063"/>
                </a:lnTo>
                <a:lnTo>
                  <a:pt x="78582" y="254000"/>
                </a:lnTo>
                <a:lnTo>
                  <a:pt x="78582" y="261938"/>
                </a:lnTo>
                <a:moveTo>
                  <a:pt x="0" y="52388"/>
                </a:moveTo>
                <a:lnTo>
                  <a:pt x="0" y="60246"/>
                </a:lnTo>
                <a:lnTo>
                  <a:pt x="0" y="68104"/>
                </a:lnTo>
                <a:lnTo>
                  <a:pt x="0" y="75962"/>
                </a:lnTo>
                <a:lnTo>
                  <a:pt x="0" y="83820"/>
                </a:lnTo>
                <a:lnTo>
                  <a:pt x="0" y="91679"/>
                </a:lnTo>
                <a:lnTo>
                  <a:pt x="0" y="99537"/>
                </a:lnTo>
                <a:lnTo>
                  <a:pt x="0" y="107395"/>
                </a:lnTo>
                <a:lnTo>
                  <a:pt x="0" y="115253"/>
                </a:lnTo>
                <a:lnTo>
                  <a:pt x="0" y="123111"/>
                </a:lnTo>
                <a:lnTo>
                  <a:pt x="0" y="130969"/>
                </a:lnTo>
                <a:lnTo>
                  <a:pt x="0" y="138827"/>
                </a:lnTo>
                <a:lnTo>
                  <a:pt x="0" y="146685"/>
                </a:lnTo>
                <a:lnTo>
                  <a:pt x="0" y="154544"/>
                </a:lnTo>
                <a:lnTo>
                  <a:pt x="0" y="162402"/>
                </a:lnTo>
                <a:lnTo>
                  <a:pt x="0" y="170260"/>
                </a:lnTo>
                <a:lnTo>
                  <a:pt x="0" y="178118"/>
                </a:lnTo>
                <a:lnTo>
                  <a:pt x="0" y="185976"/>
                </a:lnTo>
                <a:lnTo>
                  <a:pt x="0" y="193834"/>
                </a:lnTo>
                <a:lnTo>
                  <a:pt x="0" y="201692"/>
                </a:lnTo>
                <a:lnTo>
                  <a:pt x="0" y="209550"/>
                </a:lnTo>
                <a:moveTo>
                  <a:pt x="392906" y="0"/>
                </a:moveTo>
                <a:lnTo>
                  <a:pt x="392906" y="7938"/>
                </a:lnTo>
                <a:lnTo>
                  <a:pt x="392906" y="15876"/>
                </a:lnTo>
                <a:lnTo>
                  <a:pt x="392906" y="23813"/>
                </a:lnTo>
                <a:lnTo>
                  <a:pt x="392906" y="31750"/>
                </a:lnTo>
                <a:lnTo>
                  <a:pt x="392906" y="39688"/>
                </a:lnTo>
                <a:lnTo>
                  <a:pt x="392906" y="47626"/>
                </a:lnTo>
                <a:lnTo>
                  <a:pt x="392906" y="55563"/>
                </a:lnTo>
                <a:lnTo>
                  <a:pt x="392906" y="63500"/>
                </a:lnTo>
                <a:lnTo>
                  <a:pt x="392906" y="71438"/>
                </a:lnTo>
                <a:lnTo>
                  <a:pt x="392906" y="79375"/>
                </a:lnTo>
                <a:lnTo>
                  <a:pt x="392906" y="87313"/>
                </a:lnTo>
                <a:lnTo>
                  <a:pt x="392906" y="95250"/>
                </a:lnTo>
                <a:lnTo>
                  <a:pt x="392906" y="103188"/>
                </a:lnTo>
                <a:lnTo>
                  <a:pt x="392906" y="111126"/>
                </a:lnTo>
                <a:lnTo>
                  <a:pt x="392906" y="119063"/>
                </a:lnTo>
                <a:lnTo>
                  <a:pt x="392906" y="127000"/>
                </a:lnTo>
                <a:lnTo>
                  <a:pt x="392906" y="134938"/>
                </a:lnTo>
                <a:lnTo>
                  <a:pt x="392906" y="142876"/>
                </a:lnTo>
                <a:lnTo>
                  <a:pt x="392906" y="150813"/>
                </a:lnTo>
                <a:lnTo>
                  <a:pt x="392906" y="158750"/>
                </a:lnTo>
                <a:lnTo>
                  <a:pt x="392906" y="166688"/>
                </a:lnTo>
                <a:lnTo>
                  <a:pt x="392906" y="174625"/>
                </a:lnTo>
                <a:lnTo>
                  <a:pt x="392906" y="182563"/>
                </a:lnTo>
                <a:lnTo>
                  <a:pt x="392906" y="190500"/>
                </a:lnTo>
                <a:lnTo>
                  <a:pt x="392906" y="198438"/>
                </a:lnTo>
                <a:lnTo>
                  <a:pt x="392906" y="206376"/>
                </a:lnTo>
                <a:lnTo>
                  <a:pt x="392906" y="214313"/>
                </a:lnTo>
                <a:lnTo>
                  <a:pt x="392906" y="222250"/>
                </a:lnTo>
                <a:lnTo>
                  <a:pt x="392906" y="230188"/>
                </a:lnTo>
                <a:lnTo>
                  <a:pt x="392906" y="238126"/>
                </a:lnTo>
                <a:lnTo>
                  <a:pt x="392906" y="246063"/>
                </a:lnTo>
                <a:lnTo>
                  <a:pt x="392906" y="254000"/>
                </a:lnTo>
                <a:lnTo>
                  <a:pt x="392906" y="261938"/>
                </a:lnTo>
                <a:moveTo>
                  <a:pt x="471488" y="52388"/>
                </a:moveTo>
                <a:lnTo>
                  <a:pt x="471488" y="60246"/>
                </a:lnTo>
                <a:lnTo>
                  <a:pt x="471488" y="68104"/>
                </a:lnTo>
                <a:lnTo>
                  <a:pt x="471488" y="75962"/>
                </a:lnTo>
                <a:lnTo>
                  <a:pt x="471488" y="83820"/>
                </a:lnTo>
                <a:lnTo>
                  <a:pt x="471488" y="91679"/>
                </a:lnTo>
                <a:lnTo>
                  <a:pt x="471488" y="99537"/>
                </a:lnTo>
                <a:lnTo>
                  <a:pt x="471488" y="107395"/>
                </a:lnTo>
                <a:lnTo>
                  <a:pt x="471488" y="115253"/>
                </a:lnTo>
                <a:lnTo>
                  <a:pt x="471488" y="123111"/>
                </a:lnTo>
                <a:lnTo>
                  <a:pt x="471488" y="130969"/>
                </a:lnTo>
                <a:lnTo>
                  <a:pt x="471488" y="138827"/>
                </a:lnTo>
                <a:lnTo>
                  <a:pt x="471488" y="146685"/>
                </a:lnTo>
                <a:lnTo>
                  <a:pt x="471488" y="154544"/>
                </a:lnTo>
                <a:lnTo>
                  <a:pt x="471488" y="162402"/>
                </a:lnTo>
                <a:lnTo>
                  <a:pt x="471488" y="170260"/>
                </a:lnTo>
                <a:lnTo>
                  <a:pt x="471488" y="178118"/>
                </a:lnTo>
                <a:lnTo>
                  <a:pt x="471488" y="185976"/>
                </a:lnTo>
                <a:lnTo>
                  <a:pt x="471488" y="193834"/>
                </a:lnTo>
                <a:lnTo>
                  <a:pt x="471488" y="201692"/>
                </a:lnTo>
                <a:lnTo>
                  <a:pt x="471488" y="209550"/>
                </a:lnTo>
                <a:moveTo>
                  <a:pt x="78582" y="130969"/>
                </a:moveTo>
                <a:lnTo>
                  <a:pt x="86440" y="130969"/>
                </a:lnTo>
                <a:lnTo>
                  <a:pt x="94298" y="130969"/>
                </a:lnTo>
                <a:lnTo>
                  <a:pt x="102156" y="130969"/>
                </a:lnTo>
                <a:lnTo>
                  <a:pt x="110014" y="130969"/>
                </a:lnTo>
                <a:lnTo>
                  <a:pt x="117872" y="130969"/>
                </a:lnTo>
                <a:lnTo>
                  <a:pt x="125730" y="130969"/>
                </a:lnTo>
                <a:lnTo>
                  <a:pt x="133588" y="130969"/>
                </a:lnTo>
                <a:lnTo>
                  <a:pt x="141446" y="130969"/>
                </a:lnTo>
                <a:lnTo>
                  <a:pt x="149305" y="130969"/>
                </a:lnTo>
                <a:lnTo>
                  <a:pt x="157163" y="130969"/>
                </a:lnTo>
                <a:lnTo>
                  <a:pt x="165021" y="130969"/>
                </a:lnTo>
                <a:lnTo>
                  <a:pt x="172879" y="130969"/>
                </a:lnTo>
                <a:lnTo>
                  <a:pt x="180737" y="130969"/>
                </a:lnTo>
                <a:lnTo>
                  <a:pt x="188595" y="130969"/>
                </a:lnTo>
                <a:lnTo>
                  <a:pt x="196453" y="130969"/>
                </a:lnTo>
                <a:lnTo>
                  <a:pt x="204312" y="130969"/>
                </a:lnTo>
                <a:lnTo>
                  <a:pt x="212170" y="130969"/>
                </a:lnTo>
                <a:lnTo>
                  <a:pt x="220028" y="130969"/>
                </a:lnTo>
                <a:lnTo>
                  <a:pt x="227886" y="130969"/>
                </a:lnTo>
                <a:lnTo>
                  <a:pt x="235744" y="130969"/>
                </a:lnTo>
                <a:lnTo>
                  <a:pt x="243602" y="130969"/>
                </a:lnTo>
                <a:lnTo>
                  <a:pt x="251460" y="130969"/>
                </a:lnTo>
                <a:lnTo>
                  <a:pt x="259318" y="130969"/>
                </a:lnTo>
                <a:lnTo>
                  <a:pt x="267176" y="130969"/>
                </a:lnTo>
                <a:lnTo>
                  <a:pt x="275035" y="130969"/>
                </a:lnTo>
                <a:lnTo>
                  <a:pt x="282893" y="130969"/>
                </a:lnTo>
                <a:lnTo>
                  <a:pt x="290751" y="130969"/>
                </a:lnTo>
                <a:lnTo>
                  <a:pt x="298609" y="130969"/>
                </a:lnTo>
                <a:lnTo>
                  <a:pt x="306467" y="130969"/>
                </a:lnTo>
                <a:lnTo>
                  <a:pt x="314325" y="130969"/>
                </a:lnTo>
                <a:lnTo>
                  <a:pt x="322183" y="130969"/>
                </a:lnTo>
                <a:lnTo>
                  <a:pt x="330042" y="130969"/>
                </a:lnTo>
                <a:lnTo>
                  <a:pt x="337900" y="130969"/>
                </a:lnTo>
                <a:lnTo>
                  <a:pt x="345758" y="130969"/>
                </a:lnTo>
                <a:lnTo>
                  <a:pt x="353616" y="130969"/>
                </a:lnTo>
                <a:lnTo>
                  <a:pt x="361474" y="130969"/>
                </a:lnTo>
                <a:lnTo>
                  <a:pt x="369332" y="130969"/>
                </a:lnTo>
                <a:lnTo>
                  <a:pt x="377190" y="130969"/>
                </a:lnTo>
                <a:lnTo>
                  <a:pt x="385048" y="130969"/>
                </a:lnTo>
                <a:lnTo>
                  <a:pt x="392906" y="130969"/>
                </a:lnTo>
              </a:path>
            </a:pathLst>
          </a:custGeom>
          <a:noFill/>
          <a:ln w="52388" cap="rnd">
            <a:solidFill>
              <a:srgbClr val="0B233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293468" y="4742402"/>
            <a:ext cx="1700064" cy="524828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FFFFFF"/>
            </a:solidFill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2932"/>
              </a:lnSpc>
            </a:pPr>
            <a:r>
              <a:rPr b="0" i="0" sz="2550">
                <a:solidFill>
                  <a:srgbClr val="FFFFFF"/>
                </a:solidFill>
                <a:latin typeface="Poppins Medium"/>
              </a:rPr>
              <a:t>Fitness</a:t>
            </a:r>
          </a:p>
        </p:txBody>
      </p:sp>
      <p:sp>
        <p:nvSpPr>
          <p:cNvPr id="6" name="Highlight"/>
          <p:cNvSpPr/>
          <p:nvPr/>
        </p:nvSpPr>
        <p:spPr>
          <a:xfrm>
            <a:off x="2395314" y="6691408"/>
            <a:ext cx="755303" cy="854964"/>
          </a:xfrm>
          <a:prstGeom prst="roundRect">
            <a:avLst>
              <a:gd name="adj" fmla="val 22195"/>
            </a:avLst>
          </a:prstGeom>
          <a:solidFill>
            <a:srgbClr val="4B7B9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Highlight"/>
          <p:cNvSpPr/>
          <p:nvPr/>
        </p:nvSpPr>
        <p:spPr>
          <a:xfrm>
            <a:off x="5749156" y="6691408"/>
            <a:ext cx="2142530" cy="854964"/>
          </a:xfrm>
          <a:prstGeom prst="roundRect">
            <a:avLst>
              <a:gd name="adj" fmla="val 19607"/>
            </a:avLst>
          </a:prstGeom>
          <a:solidFill>
            <a:srgbClr val="AB2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ks"/>
          <p:cNvSpPr txBox="1"/>
          <p:nvPr/>
        </p:nvSpPr>
        <p:spPr>
          <a:xfrm>
            <a:off x="762000" y="5610130"/>
            <a:ext cx="8763000" cy="29672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788"/>
              </a:lnSpc>
            </a:pPr>
            <a:r>
              <a:rPr b="0" i="0" sz="6600">
                <a:solidFill>
                  <a:srgbClr val="FFFFFF"/>
                </a:solidFill>
                <a:latin typeface="Poppins ExtraBold"/>
              </a:rPr>
              <a:t>15 Menit di Rumah</a:t>
            </a:r>
            <a:br/>
            <a:r>
              <a:rPr b="0" i="0" sz="6600">
                <a:solidFill>
                  <a:srgbClr val="FFFFFF"/>
                </a:solidFill>
                <a:latin typeface="Poppins ExtraBold"/>
              </a:rPr>
              <a:t> &gt;  1 Jam Niat </a:t>
            </a:r>
            <a:br/>
            <a:r>
              <a:rPr b="0" i="0" sz="6600">
                <a:solidFill>
                  <a:srgbClr val="FFFFFF"/>
                </a:solidFill>
                <a:latin typeface="Poppins ExtraBold"/>
              </a:rPr>
              <a:t>ke Gym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" y="8920258"/>
            <a:ext cx="8191500" cy="586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620"/>
              </a:lnSpc>
            </a:pPr>
            <a:r>
              <a:rPr b="0" i="0" sz="3300">
                <a:solidFill>
                  <a:srgbClr val="FFFFFF"/>
                </a:solidFill>
                <a:latin typeface="Poppins Medium"/>
              </a:rPr>
              <a:t>Yang penting gerak dulu.</a:t>
            </a:r>
          </a:p>
        </p:txBody>
      </p:sp>
      <p:sp>
        <p:nvSpPr>
          <p:cNvPr id="10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591752"/>
            <a:ext cx="876300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5759"/>
              </a:lnSpc>
            </a:pPr>
            <a:r>
              <a:rPr b="1" i="0" sz="4800">
                <a:solidFill>
                  <a:srgbClr val="FFFFFF"/>
                </a:solidFill>
                <a:latin typeface="Poppins"/>
              </a:rPr>
              <a:t>Mana yang beneran jalan?</a:t>
            </a:r>
          </a:p>
        </p:txBody>
      </p:sp>
      <p:sp>
        <p:nvSpPr>
          <p:cNvPr id="3" name="Kartu"/>
          <p:cNvSpPr/>
          <p:nvPr/>
        </p:nvSpPr>
        <p:spPr>
          <a:xfrm>
            <a:off x="762000" y="3666173"/>
            <a:ext cx="4248150" cy="4703445"/>
          </a:xfrm>
          <a:prstGeom prst="roundRect">
            <a:avLst>
              <a:gd name="adj" fmla="val 14349"/>
            </a:avLst>
          </a:prstGeom>
          <a:solidFill>
            <a:srgbClr val="FFFFFF">
              <a:alpha val="8000"/>
            </a:srgbClr>
          </a:solidFill>
          <a:ln w="38100">
            <a:solidFill>
              <a:srgbClr val="FFFFFF">
                <a:alpha val="5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1100" y="4085273"/>
            <a:ext cx="1226344" cy="546735"/>
          </a:xfrm>
          <a:prstGeom prst="roundRect">
            <a:avLst>
              <a:gd name="adj" fmla="val 4181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3104"/>
              </a:lnSpc>
            </a:pPr>
            <a:r>
              <a:rPr b="1" i="0" sz="2700">
                <a:solidFill>
                  <a:srgbClr val="0B233D"/>
                </a:solidFill>
                <a:latin typeface="Poppins"/>
              </a:rPr>
              <a:t>Niat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1100" y="4879658"/>
            <a:ext cx="340995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759"/>
              </a:lnSpc>
            </a:pPr>
            <a:r>
              <a:rPr b="1" i="0" sz="4800">
                <a:solidFill>
                  <a:srgbClr val="FFFFFF"/>
                </a:solidFill>
                <a:latin typeface="Poppins"/>
              </a:rPr>
              <a:t>1 jam ke gym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1100" y="6590348"/>
            <a:ext cx="3409950" cy="13601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69"/>
              </a:lnSpc>
            </a:pPr>
            <a:r>
              <a:rPr b="0" i="0" sz="2550">
                <a:solidFill>
                  <a:srgbClr val="FFFFFF"/>
                </a:solidFill>
                <a:latin typeface="Poppins Medium"/>
              </a:rPr>
              <a:t>Rencananya bagus, tapi sering berhenti di niat.</a:t>
            </a:r>
          </a:p>
        </p:txBody>
      </p:sp>
      <p:sp>
        <p:nvSpPr>
          <p:cNvPr id="7" name="Kartu"/>
          <p:cNvSpPr/>
          <p:nvPr/>
        </p:nvSpPr>
        <p:spPr>
          <a:xfrm>
            <a:off x="5276850" y="3666173"/>
            <a:ext cx="4248150" cy="4703445"/>
          </a:xfrm>
          <a:prstGeom prst="roundRect">
            <a:avLst>
              <a:gd name="adj" fmla="val 14349"/>
            </a:avLst>
          </a:prstGeom>
          <a:solidFill>
            <a:srgbClr val="4B7B98">
              <a:alpha val="45000"/>
            </a:srgbClr>
          </a:solidFill>
          <a:ln w="38100">
            <a:solidFill>
              <a:srgbClr val="FFFFFF">
                <a:alpha val="5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95950" y="4085273"/>
            <a:ext cx="1491407" cy="546735"/>
          </a:xfrm>
          <a:prstGeom prst="roundRect">
            <a:avLst>
              <a:gd name="adj" fmla="val 4181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3104"/>
              </a:lnSpc>
            </a:pPr>
            <a:r>
              <a:rPr b="1" i="0" sz="2700">
                <a:solidFill>
                  <a:srgbClr val="0B233D"/>
                </a:solidFill>
                <a:latin typeface="Poppins"/>
              </a:rPr>
              <a:t>Jalan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95950" y="4879658"/>
            <a:ext cx="340995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759"/>
              </a:lnSpc>
            </a:pPr>
            <a:r>
              <a:rPr b="1" i="0" sz="4800">
                <a:solidFill>
                  <a:srgbClr val="FFFFFF"/>
                </a:solidFill>
                <a:latin typeface="Poppins"/>
              </a:rPr>
              <a:t>15 menit di rumah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95950" y="6590348"/>
            <a:ext cx="3409950" cy="9067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69"/>
              </a:lnSpc>
            </a:pPr>
            <a:r>
              <a:rPr b="0" i="0" sz="2550">
                <a:solidFill>
                  <a:srgbClr val="FFFFFF"/>
                </a:solidFill>
                <a:latin typeface="Poppins Medium"/>
              </a:rPr>
              <a:t>Pendek, dekat, gampang dimulai.</a:t>
            </a:r>
          </a:p>
        </p:txBody>
      </p:sp>
      <p:sp>
        <p:nvSpPr>
          <p:cNvPr id="11" name="Highlight"/>
          <p:cNvSpPr/>
          <p:nvPr/>
        </p:nvSpPr>
        <p:spPr>
          <a:xfrm>
            <a:off x="3447083" y="8804720"/>
            <a:ext cx="2125414" cy="427482"/>
          </a:xfrm>
          <a:prstGeom prst="roundRect">
            <a:avLst>
              <a:gd name="adj" fmla="val 19607"/>
            </a:avLst>
          </a:prstGeom>
          <a:solidFill>
            <a:srgbClr val="4B7B9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ks"/>
          <p:cNvSpPr txBox="1"/>
          <p:nvPr/>
        </p:nvSpPr>
        <p:spPr>
          <a:xfrm>
            <a:off x="762000" y="8712518"/>
            <a:ext cx="8763000" cy="1173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620"/>
              </a:lnSpc>
            </a:pPr>
            <a:r>
              <a:rPr b="0" i="0" sz="3300">
                <a:solidFill>
                  <a:srgbClr val="FFFFFF"/>
                </a:solidFill>
                <a:latin typeface="Poppins Medium"/>
              </a:rPr>
              <a:t>Kecil tapi konsisten, lebih baik dari</a:t>
            </a:r>
            <a:br/>
            <a:r>
              <a:rPr b="0" i="0" sz="3300">
                <a:solidFill>
                  <a:srgbClr val="FFFFFF"/>
                </a:solidFill>
                <a:latin typeface="Poppins Medium"/>
              </a:rPr>
              <a:t>sempurna tapi nggak jalan.</a:t>
            </a:r>
          </a:p>
        </p:txBody>
      </p:sp>
      <p:sp>
        <p:nvSpPr>
          <p:cNvPr id="13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713482"/>
            <a:ext cx="8763000" cy="7642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017"/>
              </a:lnSpc>
            </a:pPr>
            <a:r>
              <a:rPr b="0" i="0" sz="5100">
                <a:solidFill>
                  <a:srgbClr val="FFFFFF"/>
                </a:solidFill>
                <a:latin typeface="Poppins ExtraBold"/>
              </a:rPr>
              <a:t>15 menit bisa buat apa?</a:t>
            </a:r>
          </a:p>
        </p:txBody>
      </p:sp>
      <p:sp>
        <p:nvSpPr>
          <p:cNvPr id="3" name="Baris 1"/>
          <p:cNvSpPr/>
          <p:nvPr/>
        </p:nvSpPr>
        <p:spPr>
          <a:xfrm>
            <a:off x="762000" y="3706368"/>
            <a:ext cx="8763000" cy="1066800"/>
          </a:xfrm>
          <a:prstGeom prst="roundRect">
            <a:avLst>
              <a:gd name="adj" fmla="val 39285"/>
            </a:avLst>
          </a:prstGeom>
          <a:solidFill>
            <a:srgbClr val="FFFFFF">
              <a:alpha val="8000"/>
            </a:srgbClr>
          </a:solidFill>
          <a:ln w="38100">
            <a:solidFill>
              <a:srgbClr val="FFFFFF">
                <a:alpha val="5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Bulatan centang"/>
          <p:cNvSpPr/>
          <p:nvPr/>
        </p:nvSpPr>
        <p:spPr>
          <a:xfrm>
            <a:off x="1085850" y="3877818"/>
            <a:ext cx="723900" cy="723900"/>
          </a:xfrm>
          <a:prstGeom prst="ellipse">
            <a:avLst/>
          </a:prstGeom>
          <a:solidFill>
            <a:srgbClr val="4B7B9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Ikon check"/>
          <p:cNvSpPr/>
          <p:nvPr/>
        </p:nvSpPr>
        <p:spPr>
          <a:xfrm>
            <a:off x="1327150" y="4156821"/>
            <a:ext cx="241300" cy="165894"/>
          </a:xfrm>
          <a:custGeom>
            <a:avLst/>
            <a:gdLst/>
            <a:ahLst/>
            <a:cxnLst/>
            <a:rect l="l" t="t" r="r" b="b"/>
            <a:pathLst>
              <a:path w="241300" h="165894">
                <a:moveTo>
                  <a:pt x="0" y="90488"/>
                </a:moveTo>
                <a:lnTo>
                  <a:pt x="3279" y="93766"/>
                </a:lnTo>
                <a:lnTo>
                  <a:pt x="6557" y="97045"/>
                </a:lnTo>
                <a:lnTo>
                  <a:pt x="9836" y="100323"/>
                </a:lnTo>
                <a:lnTo>
                  <a:pt x="13114" y="103602"/>
                </a:lnTo>
                <a:lnTo>
                  <a:pt x="16393" y="106880"/>
                </a:lnTo>
                <a:lnTo>
                  <a:pt x="19671" y="110159"/>
                </a:lnTo>
                <a:lnTo>
                  <a:pt x="22950" y="113437"/>
                </a:lnTo>
                <a:lnTo>
                  <a:pt x="26228" y="116716"/>
                </a:lnTo>
                <a:lnTo>
                  <a:pt x="29507" y="119994"/>
                </a:lnTo>
                <a:lnTo>
                  <a:pt x="32785" y="123273"/>
                </a:lnTo>
                <a:lnTo>
                  <a:pt x="36064" y="126551"/>
                </a:lnTo>
                <a:lnTo>
                  <a:pt x="39342" y="129830"/>
                </a:lnTo>
                <a:lnTo>
                  <a:pt x="42621" y="133109"/>
                </a:lnTo>
                <a:lnTo>
                  <a:pt x="45899" y="136387"/>
                </a:lnTo>
                <a:lnTo>
                  <a:pt x="49178" y="139666"/>
                </a:lnTo>
                <a:lnTo>
                  <a:pt x="52457" y="142944"/>
                </a:lnTo>
                <a:lnTo>
                  <a:pt x="55735" y="146223"/>
                </a:lnTo>
                <a:lnTo>
                  <a:pt x="59014" y="149501"/>
                </a:lnTo>
                <a:lnTo>
                  <a:pt x="62292" y="152780"/>
                </a:lnTo>
                <a:lnTo>
                  <a:pt x="65571" y="156058"/>
                </a:lnTo>
                <a:lnTo>
                  <a:pt x="68849" y="159337"/>
                </a:lnTo>
                <a:lnTo>
                  <a:pt x="72128" y="162615"/>
                </a:lnTo>
                <a:lnTo>
                  <a:pt x="75406" y="165894"/>
                </a:lnTo>
                <a:lnTo>
                  <a:pt x="75406" y="165894"/>
                </a:lnTo>
                <a:lnTo>
                  <a:pt x="78659" y="162641"/>
                </a:lnTo>
                <a:lnTo>
                  <a:pt x="81912" y="159388"/>
                </a:lnTo>
                <a:lnTo>
                  <a:pt x="85165" y="156135"/>
                </a:lnTo>
                <a:lnTo>
                  <a:pt x="88418" y="152883"/>
                </a:lnTo>
                <a:lnTo>
                  <a:pt x="91670" y="149630"/>
                </a:lnTo>
                <a:lnTo>
                  <a:pt x="94923" y="146377"/>
                </a:lnTo>
                <a:lnTo>
                  <a:pt x="98176" y="143124"/>
                </a:lnTo>
                <a:lnTo>
                  <a:pt x="101429" y="139871"/>
                </a:lnTo>
                <a:lnTo>
                  <a:pt x="104682" y="136619"/>
                </a:lnTo>
                <a:lnTo>
                  <a:pt x="107934" y="133366"/>
                </a:lnTo>
                <a:lnTo>
                  <a:pt x="111187" y="130113"/>
                </a:lnTo>
                <a:lnTo>
                  <a:pt x="114440" y="126860"/>
                </a:lnTo>
                <a:lnTo>
                  <a:pt x="117693" y="123607"/>
                </a:lnTo>
                <a:lnTo>
                  <a:pt x="120946" y="120354"/>
                </a:lnTo>
                <a:lnTo>
                  <a:pt x="124199" y="117102"/>
                </a:lnTo>
                <a:lnTo>
                  <a:pt x="127451" y="113849"/>
                </a:lnTo>
                <a:lnTo>
                  <a:pt x="130704" y="110596"/>
                </a:lnTo>
                <a:lnTo>
                  <a:pt x="133957" y="107343"/>
                </a:lnTo>
                <a:lnTo>
                  <a:pt x="137210" y="104090"/>
                </a:lnTo>
                <a:lnTo>
                  <a:pt x="140463" y="100838"/>
                </a:lnTo>
                <a:lnTo>
                  <a:pt x="143715" y="97585"/>
                </a:lnTo>
                <a:lnTo>
                  <a:pt x="146968" y="94332"/>
                </a:lnTo>
                <a:lnTo>
                  <a:pt x="150221" y="91079"/>
                </a:lnTo>
                <a:lnTo>
                  <a:pt x="153474" y="87826"/>
                </a:lnTo>
                <a:lnTo>
                  <a:pt x="156727" y="84573"/>
                </a:lnTo>
                <a:lnTo>
                  <a:pt x="159980" y="81321"/>
                </a:lnTo>
                <a:lnTo>
                  <a:pt x="163232" y="78068"/>
                </a:lnTo>
                <a:lnTo>
                  <a:pt x="166485" y="74815"/>
                </a:lnTo>
                <a:lnTo>
                  <a:pt x="169738" y="71562"/>
                </a:lnTo>
                <a:lnTo>
                  <a:pt x="172991" y="68309"/>
                </a:lnTo>
                <a:lnTo>
                  <a:pt x="176244" y="65056"/>
                </a:lnTo>
                <a:lnTo>
                  <a:pt x="179496" y="61804"/>
                </a:lnTo>
                <a:lnTo>
                  <a:pt x="182749" y="58551"/>
                </a:lnTo>
                <a:lnTo>
                  <a:pt x="186002" y="55298"/>
                </a:lnTo>
                <a:lnTo>
                  <a:pt x="189255" y="52045"/>
                </a:lnTo>
                <a:lnTo>
                  <a:pt x="192508" y="48792"/>
                </a:lnTo>
                <a:lnTo>
                  <a:pt x="195761" y="45540"/>
                </a:lnTo>
                <a:lnTo>
                  <a:pt x="199013" y="42287"/>
                </a:lnTo>
                <a:lnTo>
                  <a:pt x="202266" y="39034"/>
                </a:lnTo>
                <a:lnTo>
                  <a:pt x="205519" y="35781"/>
                </a:lnTo>
                <a:lnTo>
                  <a:pt x="208772" y="32528"/>
                </a:lnTo>
                <a:lnTo>
                  <a:pt x="212025" y="29275"/>
                </a:lnTo>
                <a:lnTo>
                  <a:pt x="215277" y="26023"/>
                </a:lnTo>
                <a:lnTo>
                  <a:pt x="218530" y="22770"/>
                </a:lnTo>
                <a:lnTo>
                  <a:pt x="221783" y="19517"/>
                </a:lnTo>
                <a:lnTo>
                  <a:pt x="225036" y="16264"/>
                </a:lnTo>
                <a:lnTo>
                  <a:pt x="228289" y="13011"/>
                </a:lnTo>
                <a:lnTo>
                  <a:pt x="231542" y="9759"/>
                </a:lnTo>
                <a:lnTo>
                  <a:pt x="234794" y="6506"/>
                </a:lnTo>
                <a:lnTo>
                  <a:pt x="238047" y="3253"/>
                </a:lnTo>
                <a:lnTo>
                  <a:pt x="241300" y="0"/>
                </a:lnTo>
              </a:path>
            </a:pathLst>
          </a:custGeom>
          <a:noFill/>
          <a:ln w="39211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ks baris"/>
          <p:cNvSpPr txBox="1"/>
          <p:nvPr/>
        </p:nvSpPr>
        <p:spPr>
          <a:xfrm>
            <a:off x="2076450" y="3706368"/>
            <a:ext cx="7124700" cy="1066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00"/>
              </a:lnSpc>
            </a:pPr>
            <a:r>
              <a:rPr b="0" i="0" sz="3000">
                <a:solidFill>
                  <a:srgbClr val="FFFFFF"/>
                </a:solidFill>
                <a:latin typeface="Poppins Medium"/>
              </a:rPr>
              <a:t>Jalan cepat keliling komplek</a:t>
            </a:r>
          </a:p>
        </p:txBody>
      </p:sp>
      <p:sp>
        <p:nvSpPr>
          <p:cNvPr id="7" name="Baris 2"/>
          <p:cNvSpPr/>
          <p:nvPr/>
        </p:nvSpPr>
        <p:spPr>
          <a:xfrm>
            <a:off x="762000" y="5001768"/>
            <a:ext cx="8763000" cy="1066800"/>
          </a:xfrm>
          <a:prstGeom prst="roundRect">
            <a:avLst>
              <a:gd name="adj" fmla="val 39285"/>
            </a:avLst>
          </a:prstGeom>
          <a:solidFill>
            <a:srgbClr val="FFFFFF">
              <a:alpha val="8000"/>
            </a:srgbClr>
          </a:solidFill>
          <a:ln w="38100">
            <a:solidFill>
              <a:srgbClr val="FFFFFF">
                <a:alpha val="5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ulatan centang"/>
          <p:cNvSpPr/>
          <p:nvPr/>
        </p:nvSpPr>
        <p:spPr>
          <a:xfrm>
            <a:off x="1085850" y="5173218"/>
            <a:ext cx="723900" cy="723900"/>
          </a:xfrm>
          <a:prstGeom prst="ellipse">
            <a:avLst/>
          </a:prstGeom>
          <a:solidFill>
            <a:srgbClr val="4B7B9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Ikon check"/>
          <p:cNvSpPr/>
          <p:nvPr/>
        </p:nvSpPr>
        <p:spPr>
          <a:xfrm>
            <a:off x="1327150" y="5452221"/>
            <a:ext cx="241300" cy="165894"/>
          </a:xfrm>
          <a:custGeom>
            <a:avLst/>
            <a:gdLst/>
            <a:ahLst/>
            <a:cxnLst/>
            <a:rect l="l" t="t" r="r" b="b"/>
            <a:pathLst>
              <a:path w="241300" h="165894">
                <a:moveTo>
                  <a:pt x="0" y="90488"/>
                </a:moveTo>
                <a:lnTo>
                  <a:pt x="3279" y="93766"/>
                </a:lnTo>
                <a:lnTo>
                  <a:pt x="6557" y="97045"/>
                </a:lnTo>
                <a:lnTo>
                  <a:pt x="9836" y="100323"/>
                </a:lnTo>
                <a:lnTo>
                  <a:pt x="13114" y="103602"/>
                </a:lnTo>
                <a:lnTo>
                  <a:pt x="16393" y="106880"/>
                </a:lnTo>
                <a:lnTo>
                  <a:pt x="19671" y="110159"/>
                </a:lnTo>
                <a:lnTo>
                  <a:pt x="22950" y="113437"/>
                </a:lnTo>
                <a:lnTo>
                  <a:pt x="26228" y="116716"/>
                </a:lnTo>
                <a:lnTo>
                  <a:pt x="29507" y="119994"/>
                </a:lnTo>
                <a:lnTo>
                  <a:pt x="32785" y="123273"/>
                </a:lnTo>
                <a:lnTo>
                  <a:pt x="36064" y="126551"/>
                </a:lnTo>
                <a:lnTo>
                  <a:pt x="39342" y="129830"/>
                </a:lnTo>
                <a:lnTo>
                  <a:pt x="42621" y="133109"/>
                </a:lnTo>
                <a:lnTo>
                  <a:pt x="45899" y="136387"/>
                </a:lnTo>
                <a:lnTo>
                  <a:pt x="49178" y="139666"/>
                </a:lnTo>
                <a:lnTo>
                  <a:pt x="52457" y="142944"/>
                </a:lnTo>
                <a:lnTo>
                  <a:pt x="55735" y="146223"/>
                </a:lnTo>
                <a:lnTo>
                  <a:pt x="59014" y="149501"/>
                </a:lnTo>
                <a:lnTo>
                  <a:pt x="62292" y="152780"/>
                </a:lnTo>
                <a:lnTo>
                  <a:pt x="65571" y="156058"/>
                </a:lnTo>
                <a:lnTo>
                  <a:pt x="68849" y="159337"/>
                </a:lnTo>
                <a:lnTo>
                  <a:pt x="72128" y="162615"/>
                </a:lnTo>
                <a:lnTo>
                  <a:pt x="75406" y="165894"/>
                </a:lnTo>
                <a:lnTo>
                  <a:pt x="75406" y="165894"/>
                </a:lnTo>
                <a:lnTo>
                  <a:pt x="78659" y="162641"/>
                </a:lnTo>
                <a:lnTo>
                  <a:pt x="81912" y="159388"/>
                </a:lnTo>
                <a:lnTo>
                  <a:pt x="85165" y="156135"/>
                </a:lnTo>
                <a:lnTo>
                  <a:pt x="88418" y="152883"/>
                </a:lnTo>
                <a:lnTo>
                  <a:pt x="91670" y="149630"/>
                </a:lnTo>
                <a:lnTo>
                  <a:pt x="94923" y="146377"/>
                </a:lnTo>
                <a:lnTo>
                  <a:pt x="98176" y="143124"/>
                </a:lnTo>
                <a:lnTo>
                  <a:pt x="101429" y="139871"/>
                </a:lnTo>
                <a:lnTo>
                  <a:pt x="104682" y="136619"/>
                </a:lnTo>
                <a:lnTo>
                  <a:pt x="107934" y="133366"/>
                </a:lnTo>
                <a:lnTo>
                  <a:pt x="111187" y="130113"/>
                </a:lnTo>
                <a:lnTo>
                  <a:pt x="114440" y="126860"/>
                </a:lnTo>
                <a:lnTo>
                  <a:pt x="117693" y="123607"/>
                </a:lnTo>
                <a:lnTo>
                  <a:pt x="120946" y="120354"/>
                </a:lnTo>
                <a:lnTo>
                  <a:pt x="124199" y="117102"/>
                </a:lnTo>
                <a:lnTo>
                  <a:pt x="127451" y="113849"/>
                </a:lnTo>
                <a:lnTo>
                  <a:pt x="130704" y="110596"/>
                </a:lnTo>
                <a:lnTo>
                  <a:pt x="133957" y="107343"/>
                </a:lnTo>
                <a:lnTo>
                  <a:pt x="137210" y="104090"/>
                </a:lnTo>
                <a:lnTo>
                  <a:pt x="140463" y="100838"/>
                </a:lnTo>
                <a:lnTo>
                  <a:pt x="143715" y="97585"/>
                </a:lnTo>
                <a:lnTo>
                  <a:pt x="146968" y="94332"/>
                </a:lnTo>
                <a:lnTo>
                  <a:pt x="150221" y="91079"/>
                </a:lnTo>
                <a:lnTo>
                  <a:pt x="153474" y="87826"/>
                </a:lnTo>
                <a:lnTo>
                  <a:pt x="156727" y="84573"/>
                </a:lnTo>
                <a:lnTo>
                  <a:pt x="159980" y="81321"/>
                </a:lnTo>
                <a:lnTo>
                  <a:pt x="163232" y="78068"/>
                </a:lnTo>
                <a:lnTo>
                  <a:pt x="166485" y="74815"/>
                </a:lnTo>
                <a:lnTo>
                  <a:pt x="169738" y="71562"/>
                </a:lnTo>
                <a:lnTo>
                  <a:pt x="172991" y="68309"/>
                </a:lnTo>
                <a:lnTo>
                  <a:pt x="176244" y="65056"/>
                </a:lnTo>
                <a:lnTo>
                  <a:pt x="179496" y="61804"/>
                </a:lnTo>
                <a:lnTo>
                  <a:pt x="182749" y="58551"/>
                </a:lnTo>
                <a:lnTo>
                  <a:pt x="186002" y="55298"/>
                </a:lnTo>
                <a:lnTo>
                  <a:pt x="189255" y="52045"/>
                </a:lnTo>
                <a:lnTo>
                  <a:pt x="192508" y="48792"/>
                </a:lnTo>
                <a:lnTo>
                  <a:pt x="195761" y="45540"/>
                </a:lnTo>
                <a:lnTo>
                  <a:pt x="199013" y="42287"/>
                </a:lnTo>
                <a:lnTo>
                  <a:pt x="202266" y="39034"/>
                </a:lnTo>
                <a:lnTo>
                  <a:pt x="205519" y="35781"/>
                </a:lnTo>
                <a:lnTo>
                  <a:pt x="208772" y="32528"/>
                </a:lnTo>
                <a:lnTo>
                  <a:pt x="212025" y="29275"/>
                </a:lnTo>
                <a:lnTo>
                  <a:pt x="215277" y="26023"/>
                </a:lnTo>
                <a:lnTo>
                  <a:pt x="218530" y="22770"/>
                </a:lnTo>
                <a:lnTo>
                  <a:pt x="221783" y="19517"/>
                </a:lnTo>
                <a:lnTo>
                  <a:pt x="225036" y="16264"/>
                </a:lnTo>
                <a:lnTo>
                  <a:pt x="228289" y="13011"/>
                </a:lnTo>
                <a:lnTo>
                  <a:pt x="231542" y="9759"/>
                </a:lnTo>
                <a:lnTo>
                  <a:pt x="234794" y="6506"/>
                </a:lnTo>
                <a:lnTo>
                  <a:pt x="238047" y="3253"/>
                </a:lnTo>
                <a:lnTo>
                  <a:pt x="241300" y="0"/>
                </a:lnTo>
              </a:path>
            </a:pathLst>
          </a:custGeom>
          <a:noFill/>
          <a:ln w="39211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ks baris"/>
          <p:cNvSpPr txBox="1"/>
          <p:nvPr/>
        </p:nvSpPr>
        <p:spPr>
          <a:xfrm>
            <a:off x="2076450" y="5001768"/>
            <a:ext cx="7124700" cy="1066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00"/>
              </a:lnSpc>
            </a:pPr>
            <a:r>
              <a:rPr b="0" i="0" sz="3000">
                <a:solidFill>
                  <a:srgbClr val="FFFFFF"/>
                </a:solidFill>
                <a:latin typeface="Poppins Medium"/>
              </a:rPr>
              <a:t>Naik-turun tangga</a:t>
            </a:r>
          </a:p>
        </p:txBody>
      </p:sp>
      <p:sp>
        <p:nvSpPr>
          <p:cNvPr id="11" name="Baris 3"/>
          <p:cNvSpPr/>
          <p:nvPr/>
        </p:nvSpPr>
        <p:spPr>
          <a:xfrm>
            <a:off x="762000" y="6297168"/>
            <a:ext cx="8763000" cy="1066800"/>
          </a:xfrm>
          <a:prstGeom prst="roundRect">
            <a:avLst>
              <a:gd name="adj" fmla="val 39285"/>
            </a:avLst>
          </a:prstGeom>
          <a:solidFill>
            <a:srgbClr val="FFFFFF">
              <a:alpha val="8000"/>
            </a:srgbClr>
          </a:solidFill>
          <a:ln w="38100">
            <a:solidFill>
              <a:srgbClr val="FFFFFF">
                <a:alpha val="5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ulatan centang"/>
          <p:cNvSpPr/>
          <p:nvPr/>
        </p:nvSpPr>
        <p:spPr>
          <a:xfrm>
            <a:off x="1085850" y="6468618"/>
            <a:ext cx="723900" cy="723900"/>
          </a:xfrm>
          <a:prstGeom prst="ellipse">
            <a:avLst/>
          </a:prstGeom>
          <a:solidFill>
            <a:srgbClr val="4B7B9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Ikon check"/>
          <p:cNvSpPr/>
          <p:nvPr/>
        </p:nvSpPr>
        <p:spPr>
          <a:xfrm>
            <a:off x="1327150" y="6747621"/>
            <a:ext cx="241300" cy="165894"/>
          </a:xfrm>
          <a:custGeom>
            <a:avLst/>
            <a:gdLst/>
            <a:ahLst/>
            <a:cxnLst/>
            <a:rect l="l" t="t" r="r" b="b"/>
            <a:pathLst>
              <a:path w="241300" h="165894">
                <a:moveTo>
                  <a:pt x="0" y="90488"/>
                </a:moveTo>
                <a:lnTo>
                  <a:pt x="3279" y="93766"/>
                </a:lnTo>
                <a:lnTo>
                  <a:pt x="6557" y="97045"/>
                </a:lnTo>
                <a:lnTo>
                  <a:pt x="9836" y="100323"/>
                </a:lnTo>
                <a:lnTo>
                  <a:pt x="13114" y="103602"/>
                </a:lnTo>
                <a:lnTo>
                  <a:pt x="16393" y="106880"/>
                </a:lnTo>
                <a:lnTo>
                  <a:pt x="19671" y="110159"/>
                </a:lnTo>
                <a:lnTo>
                  <a:pt x="22950" y="113437"/>
                </a:lnTo>
                <a:lnTo>
                  <a:pt x="26228" y="116716"/>
                </a:lnTo>
                <a:lnTo>
                  <a:pt x="29507" y="119994"/>
                </a:lnTo>
                <a:lnTo>
                  <a:pt x="32785" y="123273"/>
                </a:lnTo>
                <a:lnTo>
                  <a:pt x="36064" y="126551"/>
                </a:lnTo>
                <a:lnTo>
                  <a:pt x="39342" y="129830"/>
                </a:lnTo>
                <a:lnTo>
                  <a:pt x="42621" y="133109"/>
                </a:lnTo>
                <a:lnTo>
                  <a:pt x="45899" y="136387"/>
                </a:lnTo>
                <a:lnTo>
                  <a:pt x="49178" y="139666"/>
                </a:lnTo>
                <a:lnTo>
                  <a:pt x="52457" y="142944"/>
                </a:lnTo>
                <a:lnTo>
                  <a:pt x="55735" y="146223"/>
                </a:lnTo>
                <a:lnTo>
                  <a:pt x="59014" y="149501"/>
                </a:lnTo>
                <a:lnTo>
                  <a:pt x="62292" y="152780"/>
                </a:lnTo>
                <a:lnTo>
                  <a:pt x="65571" y="156058"/>
                </a:lnTo>
                <a:lnTo>
                  <a:pt x="68849" y="159337"/>
                </a:lnTo>
                <a:lnTo>
                  <a:pt x="72128" y="162615"/>
                </a:lnTo>
                <a:lnTo>
                  <a:pt x="75406" y="165894"/>
                </a:lnTo>
                <a:lnTo>
                  <a:pt x="75406" y="165894"/>
                </a:lnTo>
                <a:lnTo>
                  <a:pt x="78659" y="162641"/>
                </a:lnTo>
                <a:lnTo>
                  <a:pt x="81912" y="159388"/>
                </a:lnTo>
                <a:lnTo>
                  <a:pt x="85165" y="156135"/>
                </a:lnTo>
                <a:lnTo>
                  <a:pt x="88418" y="152883"/>
                </a:lnTo>
                <a:lnTo>
                  <a:pt x="91670" y="149630"/>
                </a:lnTo>
                <a:lnTo>
                  <a:pt x="94923" y="146377"/>
                </a:lnTo>
                <a:lnTo>
                  <a:pt x="98176" y="143124"/>
                </a:lnTo>
                <a:lnTo>
                  <a:pt x="101429" y="139871"/>
                </a:lnTo>
                <a:lnTo>
                  <a:pt x="104682" y="136619"/>
                </a:lnTo>
                <a:lnTo>
                  <a:pt x="107934" y="133366"/>
                </a:lnTo>
                <a:lnTo>
                  <a:pt x="111187" y="130113"/>
                </a:lnTo>
                <a:lnTo>
                  <a:pt x="114440" y="126860"/>
                </a:lnTo>
                <a:lnTo>
                  <a:pt x="117693" y="123607"/>
                </a:lnTo>
                <a:lnTo>
                  <a:pt x="120946" y="120354"/>
                </a:lnTo>
                <a:lnTo>
                  <a:pt x="124199" y="117102"/>
                </a:lnTo>
                <a:lnTo>
                  <a:pt x="127451" y="113849"/>
                </a:lnTo>
                <a:lnTo>
                  <a:pt x="130704" y="110596"/>
                </a:lnTo>
                <a:lnTo>
                  <a:pt x="133957" y="107343"/>
                </a:lnTo>
                <a:lnTo>
                  <a:pt x="137210" y="104090"/>
                </a:lnTo>
                <a:lnTo>
                  <a:pt x="140463" y="100838"/>
                </a:lnTo>
                <a:lnTo>
                  <a:pt x="143715" y="97585"/>
                </a:lnTo>
                <a:lnTo>
                  <a:pt x="146968" y="94332"/>
                </a:lnTo>
                <a:lnTo>
                  <a:pt x="150221" y="91079"/>
                </a:lnTo>
                <a:lnTo>
                  <a:pt x="153474" y="87826"/>
                </a:lnTo>
                <a:lnTo>
                  <a:pt x="156727" y="84573"/>
                </a:lnTo>
                <a:lnTo>
                  <a:pt x="159980" y="81321"/>
                </a:lnTo>
                <a:lnTo>
                  <a:pt x="163232" y="78068"/>
                </a:lnTo>
                <a:lnTo>
                  <a:pt x="166485" y="74815"/>
                </a:lnTo>
                <a:lnTo>
                  <a:pt x="169738" y="71562"/>
                </a:lnTo>
                <a:lnTo>
                  <a:pt x="172991" y="68309"/>
                </a:lnTo>
                <a:lnTo>
                  <a:pt x="176244" y="65056"/>
                </a:lnTo>
                <a:lnTo>
                  <a:pt x="179496" y="61804"/>
                </a:lnTo>
                <a:lnTo>
                  <a:pt x="182749" y="58551"/>
                </a:lnTo>
                <a:lnTo>
                  <a:pt x="186002" y="55298"/>
                </a:lnTo>
                <a:lnTo>
                  <a:pt x="189255" y="52045"/>
                </a:lnTo>
                <a:lnTo>
                  <a:pt x="192508" y="48792"/>
                </a:lnTo>
                <a:lnTo>
                  <a:pt x="195761" y="45540"/>
                </a:lnTo>
                <a:lnTo>
                  <a:pt x="199013" y="42287"/>
                </a:lnTo>
                <a:lnTo>
                  <a:pt x="202266" y="39034"/>
                </a:lnTo>
                <a:lnTo>
                  <a:pt x="205519" y="35781"/>
                </a:lnTo>
                <a:lnTo>
                  <a:pt x="208772" y="32528"/>
                </a:lnTo>
                <a:lnTo>
                  <a:pt x="212025" y="29275"/>
                </a:lnTo>
                <a:lnTo>
                  <a:pt x="215277" y="26023"/>
                </a:lnTo>
                <a:lnTo>
                  <a:pt x="218530" y="22770"/>
                </a:lnTo>
                <a:lnTo>
                  <a:pt x="221783" y="19517"/>
                </a:lnTo>
                <a:lnTo>
                  <a:pt x="225036" y="16264"/>
                </a:lnTo>
                <a:lnTo>
                  <a:pt x="228289" y="13011"/>
                </a:lnTo>
                <a:lnTo>
                  <a:pt x="231542" y="9759"/>
                </a:lnTo>
                <a:lnTo>
                  <a:pt x="234794" y="6506"/>
                </a:lnTo>
                <a:lnTo>
                  <a:pt x="238047" y="3253"/>
                </a:lnTo>
                <a:lnTo>
                  <a:pt x="241300" y="0"/>
                </a:lnTo>
              </a:path>
            </a:pathLst>
          </a:custGeom>
          <a:noFill/>
          <a:ln w="39211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ks baris"/>
          <p:cNvSpPr txBox="1"/>
          <p:nvPr/>
        </p:nvSpPr>
        <p:spPr>
          <a:xfrm>
            <a:off x="2076450" y="6297168"/>
            <a:ext cx="7124700" cy="1066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00"/>
              </a:lnSpc>
            </a:pPr>
            <a:r>
              <a:rPr b="0" i="0" sz="3000">
                <a:solidFill>
                  <a:srgbClr val="FFFFFF"/>
                </a:solidFill>
                <a:latin typeface="Poppins Medium"/>
              </a:rPr>
              <a:t>Squat &amp; plank sambil masak</a:t>
            </a:r>
          </a:p>
        </p:txBody>
      </p:sp>
      <p:sp>
        <p:nvSpPr>
          <p:cNvPr id="15" name="Baris 4"/>
          <p:cNvSpPr/>
          <p:nvPr/>
        </p:nvSpPr>
        <p:spPr>
          <a:xfrm>
            <a:off x="762000" y="7592568"/>
            <a:ext cx="8763000" cy="1066800"/>
          </a:xfrm>
          <a:prstGeom prst="roundRect">
            <a:avLst>
              <a:gd name="adj" fmla="val 39285"/>
            </a:avLst>
          </a:prstGeom>
          <a:solidFill>
            <a:srgbClr val="FFFFFF">
              <a:alpha val="8000"/>
            </a:srgbClr>
          </a:solidFill>
          <a:ln w="38100">
            <a:solidFill>
              <a:srgbClr val="FFFFFF">
                <a:alpha val="5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ulatan centang"/>
          <p:cNvSpPr/>
          <p:nvPr/>
        </p:nvSpPr>
        <p:spPr>
          <a:xfrm>
            <a:off x="1085850" y="7764018"/>
            <a:ext cx="723900" cy="723900"/>
          </a:xfrm>
          <a:prstGeom prst="ellipse">
            <a:avLst/>
          </a:prstGeom>
          <a:solidFill>
            <a:srgbClr val="4B7B9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Ikon check"/>
          <p:cNvSpPr/>
          <p:nvPr/>
        </p:nvSpPr>
        <p:spPr>
          <a:xfrm>
            <a:off x="1327150" y="8043021"/>
            <a:ext cx="241300" cy="165894"/>
          </a:xfrm>
          <a:custGeom>
            <a:avLst/>
            <a:gdLst/>
            <a:ahLst/>
            <a:cxnLst/>
            <a:rect l="l" t="t" r="r" b="b"/>
            <a:pathLst>
              <a:path w="241300" h="165894">
                <a:moveTo>
                  <a:pt x="0" y="90488"/>
                </a:moveTo>
                <a:lnTo>
                  <a:pt x="3279" y="93766"/>
                </a:lnTo>
                <a:lnTo>
                  <a:pt x="6557" y="97045"/>
                </a:lnTo>
                <a:lnTo>
                  <a:pt x="9836" y="100323"/>
                </a:lnTo>
                <a:lnTo>
                  <a:pt x="13114" y="103602"/>
                </a:lnTo>
                <a:lnTo>
                  <a:pt x="16393" y="106880"/>
                </a:lnTo>
                <a:lnTo>
                  <a:pt x="19671" y="110159"/>
                </a:lnTo>
                <a:lnTo>
                  <a:pt x="22950" y="113437"/>
                </a:lnTo>
                <a:lnTo>
                  <a:pt x="26228" y="116716"/>
                </a:lnTo>
                <a:lnTo>
                  <a:pt x="29507" y="119994"/>
                </a:lnTo>
                <a:lnTo>
                  <a:pt x="32785" y="123273"/>
                </a:lnTo>
                <a:lnTo>
                  <a:pt x="36064" y="126551"/>
                </a:lnTo>
                <a:lnTo>
                  <a:pt x="39342" y="129830"/>
                </a:lnTo>
                <a:lnTo>
                  <a:pt x="42621" y="133109"/>
                </a:lnTo>
                <a:lnTo>
                  <a:pt x="45899" y="136387"/>
                </a:lnTo>
                <a:lnTo>
                  <a:pt x="49178" y="139666"/>
                </a:lnTo>
                <a:lnTo>
                  <a:pt x="52457" y="142944"/>
                </a:lnTo>
                <a:lnTo>
                  <a:pt x="55735" y="146223"/>
                </a:lnTo>
                <a:lnTo>
                  <a:pt x="59014" y="149501"/>
                </a:lnTo>
                <a:lnTo>
                  <a:pt x="62292" y="152780"/>
                </a:lnTo>
                <a:lnTo>
                  <a:pt x="65571" y="156058"/>
                </a:lnTo>
                <a:lnTo>
                  <a:pt x="68849" y="159337"/>
                </a:lnTo>
                <a:lnTo>
                  <a:pt x="72128" y="162615"/>
                </a:lnTo>
                <a:lnTo>
                  <a:pt x="75406" y="165894"/>
                </a:lnTo>
                <a:lnTo>
                  <a:pt x="75406" y="165894"/>
                </a:lnTo>
                <a:lnTo>
                  <a:pt x="78659" y="162641"/>
                </a:lnTo>
                <a:lnTo>
                  <a:pt x="81912" y="159388"/>
                </a:lnTo>
                <a:lnTo>
                  <a:pt x="85165" y="156135"/>
                </a:lnTo>
                <a:lnTo>
                  <a:pt x="88418" y="152883"/>
                </a:lnTo>
                <a:lnTo>
                  <a:pt x="91670" y="149630"/>
                </a:lnTo>
                <a:lnTo>
                  <a:pt x="94923" y="146377"/>
                </a:lnTo>
                <a:lnTo>
                  <a:pt x="98176" y="143124"/>
                </a:lnTo>
                <a:lnTo>
                  <a:pt x="101429" y="139871"/>
                </a:lnTo>
                <a:lnTo>
                  <a:pt x="104682" y="136619"/>
                </a:lnTo>
                <a:lnTo>
                  <a:pt x="107934" y="133366"/>
                </a:lnTo>
                <a:lnTo>
                  <a:pt x="111187" y="130113"/>
                </a:lnTo>
                <a:lnTo>
                  <a:pt x="114440" y="126860"/>
                </a:lnTo>
                <a:lnTo>
                  <a:pt x="117693" y="123607"/>
                </a:lnTo>
                <a:lnTo>
                  <a:pt x="120946" y="120354"/>
                </a:lnTo>
                <a:lnTo>
                  <a:pt x="124199" y="117102"/>
                </a:lnTo>
                <a:lnTo>
                  <a:pt x="127451" y="113849"/>
                </a:lnTo>
                <a:lnTo>
                  <a:pt x="130704" y="110596"/>
                </a:lnTo>
                <a:lnTo>
                  <a:pt x="133957" y="107343"/>
                </a:lnTo>
                <a:lnTo>
                  <a:pt x="137210" y="104090"/>
                </a:lnTo>
                <a:lnTo>
                  <a:pt x="140463" y="100838"/>
                </a:lnTo>
                <a:lnTo>
                  <a:pt x="143715" y="97585"/>
                </a:lnTo>
                <a:lnTo>
                  <a:pt x="146968" y="94332"/>
                </a:lnTo>
                <a:lnTo>
                  <a:pt x="150221" y="91079"/>
                </a:lnTo>
                <a:lnTo>
                  <a:pt x="153474" y="87826"/>
                </a:lnTo>
                <a:lnTo>
                  <a:pt x="156727" y="84573"/>
                </a:lnTo>
                <a:lnTo>
                  <a:pt x="159980" y="81321"/>
                </a:lnTo>
                <a:lnTo>
                  <a:pt x="163232" y="78068"/>
                </a:lnTo>
                <a:lnTo>
                  <a:pt x="166485" y="74815"/>
                </a:lnTo>
                <a:lnTo>
                  <a:pt x="169738" y="71562"/>
                </a:lnTo>
                <a:lnTo>
                  <a:pt x="172991" y="68309"/>
                </a:lnTo>
                <a:lnTo>
                  <a:pt x="176244" y="65056"/>
                </a:lnTo>
                <a:lnTo>
                  <a:pt x="179496" y="61804"/>
                </a:lnTo>
                <a:lnTo>
                  <a:pt x="182749" y="58551"/>
                </a:lnTo>
                <a:lnTo>
                  <a:pt x="186002" y="55298"/>
                </a:lnTo>
                <a:lnTo>
                  <a:pt x="189255" y="52045"/>
                </a:lnTo>
                <a:lnTo>
                  <a:pt x="192508" y="48792"/>
                </a:lnTo>
                <a:lnTo>
                  <a:pt x="195761" y="45540"/>
                </a:lnTo>
                <a:lnTo>
                  <a:pt x="199013" y="42287"/>
                </a:lnTo>
                <a:lnTo>
                  <a:pt x="202266" y="39034"/>
                </a:lnTo>
                <a:lnTo>
                  <a:pt x="205519" y="35781"/>
                </a:lnTo>
                <a:lnTo>
                  <a:pt x="208772" y="32528"/>
                </a:lnTo>
                <a:lnTo>
                  <a:pt x="212025" y="29275"/>
                </a:lnTo>
                <a:lnTo>
                  <a:pt x="215277" y="26023"/>
                </a:lnTo>
                <a:lnTo>
                  <a:pt x="218530" y="22770"/>
                </a:lnTo>
                <a:lnTo>
                  <a:pt x="221783" y="19517"/>
                </a:lnTo>
                <a:lnTo>
                  <a:pt x="225036" y="16264"/>
                </a:lnTo>
                <a:lnTo>
                  <a:pt x="228289" y="13011"/>
                </a:lnTo>
                <a:lnTo>
                  <a:pt x="231542" y="9759"/>
                </a:lnTo>
                <a:lnTo>
                  <a:pt x="234794" y="6506"/>
                </a:lnTo>
                <a:lnTo>
                  <a:pt x="238047" y="3253"/>
                </a:lnTo>
                <a:lnTo>
                  <a:pt x="241300" y="0"/>
                </a:lnTo>
              </a:path>
            </a:pathLst>
          </a:custGeom>
          <a:noFill/>
          <a:ln w="39211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ks baris"/>
          <p:cNvSpPr txBox="1"/>
          <p:nvPr/>
        </p:nvSpPr>
        <p:spPr>
          <a:xfrm>
            <a:off x="2076450" y="7592568"/>
            <a:ext cx="7124700" cy="1066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00"/>
              </a:lnSpc>
            </a:pPr>
            <a:r>
              <a:rPr b="0" i="0" sz="3000">
                <a:solidFill>
                  <a:srgbClr val="FFFFFF"/>
                </a:solidFill>
                <a:latin typeface="Poppins Medium"/>
              </a:rPr>
              <a:t>Peregangan sebelum tidur</a:t>
            </a:r>
          </a:p>
        </p:txBody>
      </p:sp>
      <p:sp>
        <p:nvSpPr>
          <p:cNvPr id="19" name="Baris 5"/>
          <p:cNvSpPr/>
          <p:nvPr/>
        </p:nvSpPr>
        <p:spPr>
          <a:xfrm>
            <a:off x="762000" y="8887968"/>
            <a:ext cx="8763000" cy="1066800"/>
          </a:xfrm>
          <a:prstGeom prst="roundRect">
            <a:avLst>
              <a:gd name="adj" fmla="val 39285"/>
            </a:avLst>
          </a:prstGeom>
          <a:solidFill>
            <a:srgbClr val="FFFFFF">
              <a:alpha val="8000"/>
            </a:srgbClr>
          </a:solidFill>
          <a:ln w="38100">
            <a:solidFill>
              <a:srgbClr val="FFFFFF">
                <a:alpha val="5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Bulatan centang"/>
          <p:cNvSpPr/>
          <p:nvPr/>
        </p:nvSpPr>
        <p:spPr>
          <a:xfrm>
            <a:off x="1085850" y="9059418"/>
            <a:ext cx="723900" cy="723900"/>
          </a:xfrm>
          <a:prstGeom prst="ellipse">
            <a:avLst/>
          </a:prstGeom>
          <a:solidFill>
            <a:srgbClr val="4B7B9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Ikon check"/>
          <p:cNvSpPr/>
          <p:nvPr/>
        </p:nvSpPr>
        <p:spPr>
          <a:xfrm>
            <a:off x="1327150" y="9338421"/>
            <a:ext cx="241300" cy="165894"/>
          </a:xfrm>
          <a:custGeom>
            <a:avLst/>
            <a:gdLst/>
            <a:ahLst/>
            <a:cxnLst/>
            <a:rect l="l" t="t" r="r" b="b"/>
            <a:pathLst>
              <a:path w="241300" h="165894">
                <a:moveTo>
                  <a:pt x="0" y="90488"/>
                </a:moveTo>
                <a:lnTo>
                  <a:pt x="3279" y="93766"/>
                </a:lnTo>
                <a:lnTo>
                  <a:pt x="6557" y="97045"/>
                </a:lnTo>
                <a:lnTo>
                  <a:pt x="9836" y="100323"/>
                </a:lnTo>
                <a:lnTo>
                  <a:pt x="13114" y="103602"/>
                </a:lnTo>
                <a:lnTo>
                  <a:pt x="16393" y="106880"/>
                </a:lnTo>
                <a:lnTo>
                  <a:pt x="19671" y="110159"/>
                </a:lnTo>
                <a:lnTo>
                  <a:pt x="22950" y="113437"/>
                </a:lnTo>
                <a:lnTo>
                  <a:pt x="26228" y="116716"/>
                </a:lnTo>
                <a:lnTo>
                  <a:pt x="29507" y="119994"/>
                </a:lnTo>
                <a:lnTo>
                  <a:pt x="32785" y="123273"/>
                </a:lnTo>
                <a:lnTo>
                  <a:pt x="36064" y="126551"/>
                </a:lnTo>
                <a:lnTo>
                  <a:pt x="39342" y="129830"/>
                </a:lnTo>
                <a:lnTo>
                  <a:pt x="42621" y="133109"/>
                </a:lnTo>
                <a:lnTo>
                  <a:pt x="45899" y="136387"/>
                </a:lnTo>
                <a:lnTo>
                  <a:pt x="49178" y="139666"/>
                </a:lnTo>
                <a:lnTo>
                  <a:pt x="52457" y="142944"/>
                </a:lnTo>
                <a:lnTo>
                  <a:pt x="55735" y="146223"/>
                </a:lnTo>
                <a:lnTo>
                  <a:pt x="59014" y="149501"/>
                </a:lnTo>
                <a:lnTo>
                  <a:pt x="62292" y="152780"/>
                </a:lnTo>
                <a:lnTo>
                  <a:pt x="65571" y="156058"/>
                </a:lnTo>
                <a:lnTo>
                  <a:pt x="68849" y="159337"/>
                </a:lnTo>
                <a:lnTo>
                  <a:pt x="72128" y="162615"/>
                </a:lnTo>
                <a:lnTo>
                  <a:pt x="75406" y="165894"/>
                </a:lnTo>
                <a:lnTo>
                  <a:pt x="75406" y="165894"/>
                </a:lnTo>
                <a:lnTo>
                  <a:pt x="78659" y="162641"/>
                </a:lnTo>
                <a:lnTo>
                  <a:pt x="81912" y="159388"/>
                </a:lnTo>
                <a:lnTo>
                  <a:pt x="85165" y="156135"/>
                </a:lnTo>
                <a:lnTo>
                  <a:pt x="88418" y="152883"/>
                </a:lnTo>
                <a:lnTo>
                  <a:pt x="91670" y="149630"/>
                </a:lnTo>
                <a:lnTo>
                  <a:pt x="94923" y="146377"/>
                </a:lnTo>
                <a:lnTo>
                  <a:pt x="98176" y="143124"/>
                </a:lnTo>
                <a:lnTo>
                  <a:pt x="101429" y="139871"/>
                </a:lnTo>
                <a:lnTo>
                  <a:pt x="104682" y="136619"/>
                </a:lnTo>
                <a:lnTo>
                  <a:pt x="107934" y="133366"/>
                </a:lnTo>
                <a:lnTo>
                  <a:pt x="111187" y="130113"/>
                </a:lnTo>
                <a:lnTo>
                  <a:pt x="114440" y="126860"/>
                </a:lnTo>
                <a:lnTo>
                  <a:pt x="117693" y="123607"/>
                </a:lnTo>
                <a:lnTo>
                  <a:pt x="120946" y="120354"/>
                </a:lnTo>
                <a:lnTo>
                  <a:pt x="124199" y="117102"/>
                </a:lnTo>
                <a:lnTo>
                  <a:pt x="127451" y="113849"/>
                </a:lnTo>
                <a:lnTo>
                  <a:pt x="130704" y="110596"/>
                </a:lnTo>
                <a:lnTo>
                  <a:pt x="133957" y="107343"/>
                </a:lnTo>
                <a:lnTo>
                  <a:pt x="137210" y="104090"/>
                </a:lnTo>
                <a:lnTo>
                  <a:pt x="140463" y="100838"/>
                </a:lnTo>
                <a:lnTo>
                  <a:pt x="143715" y="97585"/>
                </a:lnTo>
                <a:lnTo>
                  <a:pt x="146968" y="94332"/>
                </a:lnTo>
                <a:lnTo>
                  <a:pt x="150221" y="91079"/>
                </a:lnTo>
                <a:lnTo>
                  <a:pt x="153474" y="87826"/>
                </a:lnTo>
                <a:lnTo>
                  <a:pt x="156727" y="84573"/>
                </a:lnTo>
                <a:lnTo>
                  <a:pt x="159980" y="81321"/>
                </a:lnTo>
                <a:lnTo>
                  <a:pt x="163232" y="78068"/>
                </a:lnTo>
                <a:lnTo>
                  <a:pt x="166485" y="74815"/>
                </a:lnTo>
                <a:lnTo>
                  <a:pt x="169738" y="71562"/>
                </a:lnTo>
                <a:lnTo>
                  <a:pt x="172991" y="68309"/>
                </a:lnTo>
                <a:lnTo>
                  <a:pt x="176244" y="65056"/>
                </a:lnTo>
                <a:lnTo>
                  <a:pt x="179496" y="61804"/>
                </a:lnTo>
                <a:lnTo>
                  <a:pt x="182749" y="58551"/>
                </a:lnTo>
                <a:lnTo>
                  <a:pt x="186002" y="55298"/>
                </a:lnTo>
                <a:lnTo>
                  <a:pt x="189255" y="52045"/>
                </a:lnTo>
                <a:lnTo>
                  <a:pt x="192508" y="48792"/>
                </a:lnTo>
                <a:lnTo>
                  <a:pt x="195761" y="45540"/>
                </a:lnTo>
                <a:lnTo>
                  <a:pt x="199013" y="42287"/>
                </a:lnTo>
                <a:lnTo>
                  <a:pt x="202266" y="39034"/>
                </a:lnTo>
                <a:lnTo>
                  <a:pt x="205519" y="35781"/>
                </a:lnTo>
                <a:lnTo>
                  <a:pt x="208772" y="32528"/>
                </a:lnTo>
                <a:lnTo>
                  <a:pt x="212025" y="29275"/>
                </a:lnTo>
                <a:lnTo>
                  <a:pt x="215277" y="26023"/>
                </a:lnTo>
                <a:lnTo>
                  <a:pt x="218530" y="22770"/>
                </a:lnTo>
                <a:lnTo>
                  <a:pt x="221783" y="19517"/>
                </a:lnTo>
                <a:lnTo>
                  <a:pt x="225036" y="16264"/>
                </a:lnTo>
                <a:lnTo>
                  <a:pt x="228289" y="13011"/>
                </a:lnTo>
                <a:lnTo>
                  <a:pt x="231542" y="9759"/>
                </a:lnTo>
                <a:lnTo>
                  <a:pt x="234794" y="6506"/>
                </a:lnTo>
                <a:lnTo>
                  <a:pt x="238047" y="3253"/>
                </a:lnTo>
                <a:lnTo>
                  <a:pt x="241300" y="0"/>
                </a:lnTo>
              </a:path>
            </a:pathLst>
          </a:custGeom>
          <a:noFill/>
          <a:ln w="39211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ks baris"/>
          <p:cNvSpPr txBox="1"/>
          <p:nvPr/>
        </p:nvSpPr>
        <p:spPr>
          <a:xfrm>
            <a:off x="2076450" y="8887968"/>
            <a:ext cx="7124700" cy="1066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00"/>
              </a:lnSpc>
            </a:pPr>
            <a:r>
              <a:rPr b="0" i="0" sz="3000">
                <a:solidFill>
                  <a:srgbClr val="FFFFFF"/>
                </a:solidFill>
                <a:latin typeface="Poppins Medium"/>
              </a:rPr>
              <a:t>Gerak ringan sambil nonton</a:t>
            </a:r>
          </a:p>
        </p:txBody>
      </p:sp>
      <p:sp>
        <p:nvSpPr>
          <p:cNvPr id="23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8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" presetClass="entr" presetSubtype="8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8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8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" presetClass="entr" presetSubtype="8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ulatan ikon"/>
          <p:cNvSpPr/>
          <p:nvPr/>
        </p:nvSpPr>
        <p:spPr>
          <a:xfrm>
            <a:off x="4429125" y="2605850"/>
            <a:ext cx="1428750" cy="14287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Ikon dumbbell"/>
          <p:cNvSpPr/>
          <p:nvPr/>
        </p:nvSpPr>
        <p:spPr>
          <a:xfrm>
            <a:off x="4907756" y="3189256"/>
            <a:ext cx="471488" cy="261937"/>
          </a:xfrm>
          <a:custGeom>
            <a:avLst/>
            <a:gdLst/>
            <a:ahLst/>
            <a:cxnLst/>
            <a:rect l="l" t="t" r="r" b="b"/>
            <a:pathLst>
              <a:path w="471488" h="261937">
                <a:moveTo>
                  <a:pt x="78582" y="0"/>
                </a:moveTo>
                <a:lnTo>
                  <a:pt x="78582" y="7937"/>
                </a:lnTo>
                <a:lnTo>
                  <a:pt x="78582" y="15875"/>
                </a:lnTo>
                <a:lnTo>
                  <a:pt x="78582" y="23812"/>
                </a:lnTo>
                <a:lnTo>
                  <a:pt x="78582" y="31750"/>
                </a:lnTo>
                <a:lnTo>
                  <a:pt x="78582" y="39687"/>
                </a:lnTo>
                <a:lnTo>
                  <a:pt x="78582" y="47625"/>
                </a:lnTo>
                <a:lnTo>
                  <a:pt x="78582" y="55562"/>
                </a:lnTo>
                <a:lnTo>
                  <a:pt x="78582" y="63500"/>
                </a:lnTo>
                <a:lnTo>
                  <a:pt x="78582" y="71437"/>
                </a:lnTo>
                <a:lnTo>
                  <a:pt x="78582" y="79375"/>
                </a:lnTo>
                <a:lnTo>
                  <a:pt x="78582" y="87312"/>
                </a:lnTo>
                <a:lnTo>
                  <a:pt x="78582" y="95250"/>
                </a:lnTo>
                <a:lnTo>
                  <a:pt x="78582" y="103187"/>
                </a:lnTo>
                <a:lnTo>
                  <a:pt x="78582" y="111125"/>
                </a:lnTo>
                <a:lnTo>
                  <a:pt x="78582" y="119062"/>
                </a:lnTo>
                <a:lnTo>
                  <a:pt x="78582" y="127000"/>
                </a:lnTo>
                <a:lnTo>
                  <a:pt x="78582" y="134937"/>
                </a:lnTo>
                <a:lnTo>
                  <a:pt x="78582" y="142875"/>
                </a:lnTo>
                <a:lnTo>
                  <a:pt x="78582" y="150812"/>
                </a:lnTo>
                <a:lnTo>
                  <a:pt x="78582" y="158750"/>
                </a:lnTo>
                <a:lnTo>
                  <a:pt x="78582" y="166687"/>
                </a:lnTo>
                <a:lnTo>
                  <a:pt x="78582" y="174625"/>
                </a:lnTo>
                <a:lnTo>
                  <a:pt x="78582" y="182562"/>
                </a:lnTo>
                <a:lnTo>
                  <a:pt x="78582" y="190500"/>
                </a:lnTo>
                <a:lnTo>
                  <a:pt x="78582" y="198437"/>
                </a:lnTo>
                <a:lnTo>
                  <a:pt x="78582" y="206375"/>
                </a:lnTo>
                <a:lnTo>
                  <a:pt x="78582" y="214312"/>
                </a:lnTo>
                <a:lnTo>
                  <a:pt x="78582" y="222250"/>
                </a:lnTo>
                <a:lnTo>
                  <a:pt x="78582" y="230187"/>
                </a:lnTo>
                <a:lnTo>
                  <a:pt x="78582" y="238125"/>
                </a:lnTo>
                <a:lnTo>
                  <a:pt x="78582" y="246062"/>
                </a:lnTo>
                <a:lnTo>
                  <a:pt x="78582" y="254000"/>
                </a:lnTo>
                <a:lnTo>
                  <a:pt x="78582" y="261937"/>
                </a:lnTo>
                <a:moveTo>
                  <a:pt x="0" y="52387"/>
                </a:moveTo>
                <a:lnTo>
                  <a:pt x="0" y="60245"/>
                </a:lnTo>
                <a:lnTo>
                  <a:pt x="0" y="68103"/>
                </a:lnTo>
                <a:lnTo>
                  <a:pt x="0" y="75962"/>
                </a:lnTo>
                <a:lnTo>
                  <a:pt x="0" y="83820"/>
                </a:lnTo>
                <a:lnTo>
                  <a:pt x="0" y="91678"/>
                </a:lnTo>
                <a:lnTo>
                  <a:pt x="0" y="99536"/>
                </a:lnTo>
                <a:lnTo>
                  <a:pt x="0" y="107394"/>
                </a:lnTo>
                <a:lnTo>
                  <a:pt x="0" y="115252"/>
                </a:lnTo>
                <a:lnTo>
                  <a:pt x="0" y="123110"/>
                </a:lnTo>
                <a:lnTo>
                  <a:pt x="0" y="130968"/>
                </a:lnTo>
                <a:lnTo>
                  <a:pt x="0" y="138827"/>
                </a:lnTo>
                <a:lnTo>
                  <a:pt x="0" y="146685"/>
                </a:lnTo>
                <a:lnTo>
                  <a:pt x="0" y="154543"/>
                </a:lnTo>
                <a:lnTo>
                  <a:pt x="0" y="162401"/>
                </a:lnTo>
                <a:lnTo>
                  <a:pt x="0" y="170259"/>
                </a:lnTo>
                <a:lnTo>
                  <a:pt x="0" y="178117"/>
                </a:lnTo>
                <a:lnTo>
                  <a:pt x="0" y="185975"/>
                </a:lnTo>
                <a:lnTo>
                  <a:pt x="0" y="193834"/>
                </a:lnTo>
                <a:lnTo>
                  <a:pt x="0" y="201692"/>
                </a:lnTo>
                <a:lnTo>
                  <a:pt x="0" y="209550"/>
                </a:lnTo>
                <a:moveTo>
                  <a:pt x="392906" y="0"/>
                </a:moveTo>
                <a:lnTo>
                  <a:pt x="392906" y="7937"/>
                </a:lnTo>
                <a:lnTo>
                  <a:pt x="392906" y="15875"/>
                </a:lnTo>
                <a:lnTo>
                  <a:pt x="392906" y="23812"/>
                </a:lnTo>
                <a:lnTo>
                  <a:pt x="392906" y="31750"/>
                </a:lnTo>
                <a:lnTo>
                  <a:pt x="392906" y="39687"/>
                </a:lnTo>
                <a:lnTo>
                  <a:pt x="392906" y="47625"/>
                </a:lnTo>
                <a:lnTo>
                  <a:pt x="392906" y="55562"/>
                </a:lnTo>
                <a:lnTo>
                  <a:pt x="392906" y="63500"/>
                </a:lnTo>
                <a:lnTo>
                  <a:pt x="392906" y="71437"/>
                </a:lnTo>
                <a:lnTo>
                  <a:pt x="392906" y="79375"/>
                </a:lnTo>
                <a:lnTo>
                  <a:pt x="392906" y="87312"/>
                </a:lnTo>
                <a:lnTo>
                  <a:pt x="392906" y="95250"/>
                </a:lnTo>
                <a:lnTo>
                  <a:pt x="392906" y="103187"/>
                </a:lnTo>
                <a:lnTo>
                  <a:pt x="392906" y="111125"/>
                </a:lnTo>
                <a:lnTo>
                  <a:pt x="392906" y="119062"/>
                </a:lnTo>
                <a:lnTo>
                  <a:pt x="392906" y="127000"/>
                </a:lnTo>
                <a:lnTo>
                  <a:pt x="392906" y="134937"/>
                </a:lnTo>
                <a:lnTo>
                  <a:pt x="392906" y="142875"/>
                </a:lnTo>
                <a:lnTo>
                  <a:pt x="392906" y="150812"/>
                </a:lnTo>
                <a:lnTo>
                  <a:pt x="392906" y="158750"/>
                </a:lnTo>
                <a:lnTo>
                  <a:pt x="392906" y="166687"/>
                </a:lnTo>
                <a:lnTo>
                  <a:pt x="392906" y="174625"/>
                </a:lnTo>
                <a:lnTo>
                  <a:pt x="392906" y="182562"/>
                </a:lnTo>
                <a:lnTo>
                  <a:pt x="392906" y="190500"/>
                </a:lnTo>
                <a:lnTo>
                  <a:pt x="392906" y="198437"/>
                </a:lnTo>
                <a:lnTo>
                  <a:pt x="392906" y="206375"/>
                </a:lnTo>
                <a:lnTo>
                  <a:pt x="392906" y="214312"/>
                </a:lnTo>
                <a:lnTo>
                  <a:pt x="392906" y="222250"/>
                </a:lnTo>
                <a:lnTo>
                  <a:pt x="392906" y="230187"/>
                </a:lnTo>
                <a:lnTo>
                  <a:pt x="392906" y="238125"/>
                </a:lnTo>
                <a:lnTo>
                  <a:pt x="392906" y="246062"/>
                </a:lnTo>
                <a:lnTo>
                  <a:pt x="392906" y="254000"/>
                </a:lnTo>
                <a:lnTo>
                  <a:pt x="392906" y="261937"/>
                </a:lnTo>
                <a:moveTo>
                  <a:pt x="471488" y="52387"/>
                </a:moveTo>
                <a:lnTo>
                  <a:pt x="471488" y="60245"/>
                </a:lnTo>
                <a:lnTo>
                  <a:pt x="471488" y="68103"/>
                </a:lnTo>
                <a:lnTo>
                  <a:pt x="471488" y="75962"/>
                </a:lnTo>
                <a:lnTo>
                  <a:pt x="471488" y="83820"/>
                </a:lnTo>
                <a:lnTo>
                  <a:pt x="471488" y="91678"/>
                </a:lnTo>
                <a:lnTo>
                  <a:pt x="471488" y="99536"/>
                </a:lnTo>
                <a:lnTo>
                  <a:pt x="471488" y="107394"/>
                </a:lnTo>
                <a:lnTo>
                  <a:pt x="471488" y="115252"/>
                </a:lnTo>
                <a:lnTo>
                  <a:pt x="471488" y="123110"/>
                </a:lnTo>
                <a:lnTo>
                  <a:pt x="471488" y="130968"/>
                </a:lnTo>
                <a:lnTo>
                  <a:pt x="471488" y="138827"/>
                </a:lnTo>
                <a:lnTo>
                  <a:pt x="471488" y="146685"/>
                </a:lnTo>
                <a:lnTo>
                  <a:pt x="471488" y="154543"/>
                </a:lnTo>
                <a:lnTo>
                  <a:pt x="471488" y="162401"/>
                </a:lnTo>
                <a:lnTo>
                  <a:pt x="471488" y="170259"/>
                </a:lnTo>
                <a:lnTo>
                  <a:pt x="471488" y="178117"/>
                </a:lnTo>
                <a:lnTo>
                  <a:pt x="471488" y="185975"/>
                </a:lnTo>
                <a:lnTo>
                  <a:pt x="471488" y="193834"/>
                </a:lnTo>
                <a:lnTo>
                  <a:pt x="471488" y="201692"/>
                </a:lnTo>
                <a:lnTo>
                  <a:pt x="471488" y="209550"/>
                </a:lnTo>
                <a:moveTo>
                  <a:pt x="78582" y="130968"/>
                </a:moveTo>
                <a:lnTo>
                  <a:pt x="86440" y="130968"/>
                </a:lnTo>
                <a:lnTo>
                  <a:pt x="94298" y="130968"/>
                </a:lnTo>
                <a:lnTo>
                  <a:pt x="102156" y="130968"/>
                </a:lnTo>
                <a:lnTo>
                  <a:pt x="110014" y="130968"/>
                </a:lnTo>
                <a:lnTo>
                  <a:pt x="117872" y="130968"/>
                </a:lnTo>
                <a:lnTo>
                  <a:pt x="125730" y="130968"/>
                </a:lnTo>
                <a:lnTo>
                  <a:pt x="133588" y="130968"/>
                </a:lnTo>
                <a:lnTo>
                  <a:pt x="141446" y="130968"/>
                </a:lnTo>
                <a:lnTo>
                  <a:pt x="149305" y="130968"/>
                </a:lnTo>
                <a:lnTo>
                  <a:pt x="157163" y="130968"/>
                </a:lnTo>
                <a:lnTo>
                  <a:pt x="165021" y="130968"/>
                </a:lnTo>
                <a:lnTo>
                  <a:pt x="172879" y="130968"/>
                </a:lnTo>
                <a:lnTo>
                  <a:pt x="180737" y="130968"/>
                </a:lnTo>
                <a:lnTo>
                  <a:pt x="188595" y="130968"/>
                </a:lnTo>
                <a:lnTo>
                  <a:pt x="196453" y="130968"/>
                </a:lnTo>
                <a:lnTo>
                  <a:pt x="204312" y="130968"/>
                </a:lnTo>
                <a:lnTo>
                  <a:pt x="212170" y="130968"/>
                </a:lnTo>
                <a:lnTo>
                  <a:pt x="220028" y="130968"/>
                </a:lnTo>
                <a:lnTo>
                  <a:pt x="227886" y="130968"/>
                </a:lnTo>
                <a:lnTo>
                  <a:pt x="235744" y="130968"/>
                </a:lnTo>
                <a:lnTo>
                  <a:pt x="243602" y="130968"/>
                </a:lnTo>
                <a:lnTo>
                  <a:pt x="251460" y="130968"/>
                </a:lnTo>
                <a:lnTo>
                  <a:pt x="259318" y="130968"/>
                </a:lnTo>
                <a:lnTo>
                  <a:pt x="267176" y="130968"/>
                </a:lnTo>
                <a:lnTo>
                  <a:pt x="275035" y="130968"/>
                </a:lnTo>
                <a:lnTo>
                  <a:pt x="282893" y="130968"/>
                </a:lnTo>
                <a:lnTo>
                  <a:pt x="290751" y="130968"/>
                </a:lnTo>
                <a:lnTo>
                  <a:pt x="298609" y="130968"/>
                </a:lnTo>
                <a:lnTo>
                  <a:pt x="306467" y="130968"/>
                </a:lnTo>
                <a:lnTo>
                  <a:pt x="314325" y="130968"/>
                </a:lnTo>
                <a:lnTo>
                  <a:pt x="322183" y="130968"/>
                </a:lnTo>
                <a:lnTo>
                  <a:pt x="330042" y="130968"/>
                </a:lnTo>
                <a:lnTo>
                  <a:pt x="337900" y="130968"/>
                </a:lnTo>
                <a:lnTo>
                  <a:pt x="345758" y="130968"/>
                </a:lnTo>
                <a:lnTo>
                  <a:pt x="353616" y="130968"/>
                </a:lnTo>
                <a:lnTo>
                  <a:pt x="361474" y="130968"/>
                </a:lnTo>
                <a:lnTo>
                  <a:pt x="369332" y="130968"/>
                </a:lnTo>
                <a:lnTo>
                  <a:pt x="377190" y="130968"/>
                </a:lnTo>
                <a:lnTo>
                  <a:pt x="385048" y="130968"/>
                </a:lnTo>
                <a:lnTo>
                  <a:pt x="392906" y="130968"/>
                </a:lnTo>
              </a:path>
            </a:pathLst>
          </a:custGeom>
          <a:noFill/>
          <a:ln w="52388" cap="rnd">
            <a:solidFill>
              <a:srgbClr val="0B233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Kotak"/>
          <p:cNvSpPr/>
          <p:nvPr/>
        </p:nvSpPr>
        <p:spPr>
          <a:xfrm>
            <a:off x="762000" y="4377500"/>
            <a:ext cx="8763000" cy="2802636"/>
          </a:xfrm>
          <a:prstGeom prst="roundRect">
            <a:avLst>
              <a:gd name="adj" fmla="val 13594"/>
            </a:avLst>
          </a:prstGeom>
          <a:solidFill>
            <a:srgbClr val="3D73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57300" y="4834700"/>
            <a:ext cx="7772400" cy="1888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433"/>
              </a:lnSpc>
            </a:pPr>
            <a:r>
              <a:rPr b="0" i="0" sz="6300">
                <a:solidFill>
                  <a:srgbClr val="FFFFFF"/>
                </a:solidFill>
                <a:latin typeface="Poppins ExtraBold"/>
              </a:rPr>
              <a:t>Simpan biar inget</a:t>
            </a:r>
            <a:br/>
            <a:r>
              <a:rPr b="0" i="0" sz="6300">
                <a:solidFill>
                  <a:srgbClr val="FFFFFF"/>
                </a:solidFill>
                <a:latin typeface="Poppins ExtraBold"/>
              </a:rPr>
              <a:t>gerak 15 menit 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523035"/>
            <a:ext cx="8763000" cy="1333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5250"/>
              </a:lnSpc>
            </a:pPr>
            <a:r>
              <a:rPr b="1" i="0" sz="4200">
                <a:solidFill>
                  <a:srgbClr val="FFFFFF"/>
                </a:solidFill>
                <a:latin typeface="Poppins"/>
              </a:rPr>
              <a:t>Kirim ke teman yang masih</a:t>
            </a:r>
            <a:br/>
            <a:r>
              <a:rPr b="1" i="0" sz="4200">
                <a:solidFill>
                  <a:srgbClr val="FFFFFF"/>
                </a:solidFill>
                <a:latin typeface="Poppins"/>
              </a:rPr>
              <a:t>niat-niat aja ke gym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26741" y="9199436"/>
            <a:ext cx="6233517" cy="672465"/>
          </a:xfrm>
          <a:prstGeom prst="roundRect">
            <a:avLst>
              <a:gd name="adj" fmla="val 33994"/>
            </a:avLst>
          </a:prstGeom>
          <a:solidFill>
            <a:srgbClr val="C8F03C"/>
          </a:solidFill>
          <a:ln>
            <a:noFill/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3794"/>
              </a:lnSpc>
            </a:pPr>
            <a:r>
              <a:rPr b="0" i="0" sz="3300">
                <a:solidFill>
                  <a:srgbClr val="0B233D"/>
                </a:solidFill>
                <a:latin typeface="Poppins ExtraBold"/>
              </a:rPr>
              <a:t>Follow @shape.indonesia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C07 · Okt W3 · Regular B2C · Fitness — 15 Menit di Rumah vs 1 Jam Niat ke Gym</dc:title>
  <dc:subject/>
  <dc:creator>Eventime x Shape Indonesia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