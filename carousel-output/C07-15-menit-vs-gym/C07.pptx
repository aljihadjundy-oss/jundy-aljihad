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besar: simbol &gt; sebagai inti perbandingan, ikon dumbbell di bulatan putih, ghost '15'' samar</a:t>
            </a:r>
          </a:p>
          <a:p>
            <a:r>
              <a:t>ELEMEN: Highlight biru di '&gt;' dan satu-satunya aksen merah di kata 'Niat' (punchline: niat tanpa gerak)</a:t>
            </a:r>
          </a:p>
          <a:p>
            <a:r>
              <a:t>MOTION: Ikon pop → kicker rise → judul rise, '&gt;' lalu 'Niat' stamp merah menyusul → sub rise; panah next fade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compare</a:t>
            </a:r>
          </a:p>
          <a:p>
            <a:r>
              <a:t>VISUAL: Dua kartu berdampingan: kiri kaca polos (niat), kanan lebih terang (jalan). Ini adegan inti dari plan: 2 box berdampingan sebagai perbandingan visual</a:t>
            </a:r>
          </a:p>
          <a:p>
            <a:r>
              <a:t>ELEMEN: Perbandingan 2 kolom, tanpa angka klaim</a:t>
            </a:r>
          </a:p>
          <a:p>
            <a:r>
              <a:t>MOTION: Judul rise → kartu kiri slide dari kiri → kartu kanan slide dari kanan → penutup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list</a:t>
            </a:r>
          </a:p>
          <a:p>
            <a:r>
              <a:t>VISUAL: Lima glass card berisi ide gerakan ringan yang realistis dilakukan di rumah</a:t>
            </a:r>
          </a:p>
          <a:p>
            <a:r>
              <a:t>ELEMEN: Checklist yang muncul satu per satu: pembaca langsung punya opsi untuk dicoba hari ini</a:t>
            </a:r>
          </a:p>
          <a:p>
            <a:r>
              <a:t>MOTION: Judul rise → tiap baris slide-in dari kiri berurutan 0.25 detik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kotak biru + pill handle lime, tanpa panah next</a:t>
            </a:r>
          </a:p>
          <a:p>
            <a:r>
              <a:t>ELEMEN: CTA simpan &amp; share (B2C edukasi, bukan daftar webinar)</a:t>
            </a:r>
          </a:p>
          <a:p>
            <a:r>
              <a:t>MOTION: Ikon pop → kotak rise → sub rise → handle pop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15'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2970752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dumbbell"/>
          <p:cNvSpPr/>
          <p:nvPr/>
        </p:nvSpPr>
        <p:spPr>
          <a:xfrm>
            <a:off x="4907756" y="3554158"/>
            <a:ext cx="471488" cy="261938"/>
          </a:xfrm>
          <a:custGeom>
            <a:avLst/>
            <a:gdLst/>
            <a:ahLst/>
            <a:cxnLst/>
            <a:rect l="l" t="t" r="r" b="b"/>
            <a:pathLst>
              <a:path w="471488" h="261938">
                <a:moveTo>
                  <a:pt x="78582" y="0"/>
                </a:moveTo>
                <a:lnTo>
                  <a:pt x="78582" y="7938"/>
                </a:lnTo>
                <a:lnTo>
                  <a:pt x="78582" y="15876"/>
                </a:lnTo>
                <a:lnTo>
                  <a:pt x="78582" y="23813"/>
                </a:lnTo>
                <a:lnTo>
                  <a:pt x="78582" y="31750"/>
                </a:lnTo>
                <a:lnTo>
                  <a:pt x="78582" y="39688"/>
                </a:lnTo>
                <a:lnTo>
                  <a:pt x="78582" y="47626"/>
                </a:lnTo>
                <a:lnTo>
                  <a:pt x="78582" y="55563"/>
                </a:lnTo>
                <a:lnTo>
                  <a:pt x="78582" y="63500"/>
                </a:lnTo>
                <a:lnTo>
                  <a:pt x="78582" y="71438"/>
                </a:lnTo>
                <a:lnTo>
                  <a:pt x="78582" y="79375"/>
                </a:lnTo>
                <a:lnTo>
                  <a:pt x="78582" y="87313"/>
                </a:lnTo>
                <a:lnTo>
                  <a:pt x="78582" y="95250"/>
                </a:lnTo>
                <a:lnTo>
                  <a:pt x="78582" y="103188"/>
                </a:lnTo>
                <a:lnTo>
                  <a:pt x="78582" y="111126"/>
                </a:lnTo>
                <a:lnTo>
                  <a:pt x="78582" y="119063"/>
                </a:lnTo>
                <a:lnTo>
                  <a:pt x="78582" y="127000"/>
                </a:lnTo>
                <a:lnTo>
                  <a:pt x="78582" y="134938"/>
                </a:lnTo>
                <a:lnTo>
                  <a:pt x="78582" y="142876"/>
                </a:lnTo>
                <a:lnTo>
                  <a:pt x="78582" y="150813"/>
                </a:lnTo>
                <a:lnTo>
                  <a:pt x="78582" y="158750"/>
                </a:lnTo>
                <a:lnTo>
                  <a:pt x="78582" y="166688"/>
                </a:lnTo>
                <a:lnTo>
                  <a:pt x="78582" y="174625"/>
                </a:lnTo>
                <a:lnTo>
                  <a:pt x="78582" y="182563"/>
                </a:lnTo>
                <a:lnTo>
                  <a:pt x="78582" y="190500"/>
                </a:lnTo>
                <a:lnTo>
                  <a:pt x="78582" y="198438"/>
                </a:lnTo>
                <a:lnTo>
                  <a:pt x="78582" y="206376"/>
                </a:lnTo>
                <a:lnTo>
                  <a:pt x="78582" y="214313"/>
                </a:lnTo>
                <a:lnTo>
                  <a:pt x="78582" y="222250"/>
                </a:lnTo>
                <a:lnTo>
                  <a:pt x="78582" y="230188"/>
                </a:lnTo>
                <a:lnTo>
                  <a:pt x="78582" y="238126"/>
                </a:lnTo>
                <a:lnTo>
                  <a:pt x="78582" y="246063"/>
                </a:lnTo>
                <a:lnTo>
                  <a:pt x="78582" y="254000"/>
                </a:lnTo>
                <a:lnTo>
                  <a:pt x="78582" y="261938"/>
                </a:lnTo>
                <a:moveTo>
                  <a:pt x="0" y="52388"/>
                </a:moveTo>
                <a:lnTo>
                  <a:pt x="0" y="60246"/>
                </a:lnTo>
                <a:lnTo>
                  <a:pt x="0" y="68104"/>
                </a:lnTo>
                <a:lnTo>
                  <a:pt x="0" y="75962"/>
                </a:lnTo>
                <a:lnTo>
                  <a:pt x="0" y="83820"/>
                </a:lnTo>
                <a:lnTo>
                  <a:pt x="0" y="91679"/>
                </a:lnTo>
                <a:lnTo>
                  <a:pt x="0" y="99537"/>
                </a:lnTo>
                <a:lnTo>
                  <a:pt x="0" y="107395"/>
                </a:lnTo>
                <a:lnTo>
                  <a:pt x="0" y="115253"/>
                </a:lnTo>
                <a:lnTo>
                  <a:pt x="0" y="123111"/>
                </a:lnTo>
                <a:lnTo>
                  <a:pt x="0" y="130969"/>
                </a:lnTo>
                <a:lnTo>
                  <a:pt x="0" y="138827"/>
                </a:lnTo>
                <a:lnTo>
                  <a:pt x="0" y="146685"/>
                </a:lnTo>
                <a:lnTo>
                  <a:pt x="0" y="154544"/>
                </a:lnTo>
                <a:lnTo>
                  <a:pt x="0" y="162402"/>
                </a:lnTo>
                <a:lnTo>
                  <a:pt x="0" y="170260"/>
                </a:lnTo>
                <a:lnTo>
                  <a:pt x="0" y="178118"/>
                </a:lnTo>
                <a:lnTo>
                  <a:pt x="0" y="185976"/>
                </a:lnTo>
                <a:lnTo>
                  <a:pt x="0" y="193834"/>
                </a:lnTo>
                <a:lnTo>
                  <a:pt x="0" y="201692"/>
                </a:lnTo>
                <a:lnTo>
                  <a:pt x="0" y="209550"/>
                </a:lnTo>
                <a:moveTo>
                  <a:pt x="392906" y="0"/>
                </a:moveTo>
                <a:lnTo>
                  <a:pt x="392906" y="7938"/>
                </a:lnTo>
                <a:lnTo>
                  <a:pt x="392906" y="15876"/>
                </a:lnTo>
                <a:lnTo>
                  <a:pt x="392906" y="23813"/>
                </a:lnTo>
                <a:lnTo>
                  <a:pt x="392906" y="31750"/>
                </a:lnTo>
                <a:lnTo>
                  <a:pt x="392906" y="39688"/>
                </a:lnTo>
                <a:lnTo>
                  <a:pt x="392906" y="47626"/>
                </a:lnTo>
                <a:lnTo>
                  <a:pt x="392906" y="55563"/>
                </a:lnTo>
                <a:lnTo>
                  <a:pt x="392906" y="63500"/>
                </a:lnTo>
                <a:lnTo>
                  <a:pt x="392906" y="71438"/>
                </a:lnTo>
                <a:lnTo>
                  <a:pt x="392906" y="79375"/>
                </a:lnTo>
                <a:lnTo>
                  <a:pt x="392906" y="87313"/>
                </a:lnTo>
                <a:lnTo>
                  <a:pt x="392906" y="95250"/>
                </a:lnTo>
                <a:lnTo>
                  <a:pt x="392906" y="103188"/>
                </a:lnTo>
                <a:lnTo>
                  <a:pt x="392906" y="111126"/>
                </a:lnTo>
                <a:lnTo>
                  <a:pt x="392906" y="119063"/>
                </a:lnTo>
                <a:lnTo>
                  <a:pt x="392906" y="127000"/>
                </a:lnTo>
                <a:lnTo>
                  <a:pt x="392906" y="134938"/>
                </a:lnTo>
                <a:lnTo>
                  <a:pt x="392906" y="142876"/>
                </a:lnTo>
                <a:lnTo>
                  <a:pt x="392906" y="150813"/>
                </a:lnTo>
                <a:lnTo>
                  <a:pt x="392906" y="158750"/>
                </a:lnTo>
                <a:lnTo>
                  <a:pt x="392906" y="166688"/>
                </a:lnTo>
                <a:lnTo>
                  <a:pt x="392906" y="174625"/>
                </a:lnTo>
                <a:lnTo>
                  <a:pt x="392906" y="182563"/>
                </a:lnTo>
                <a:lnTo>
                  <a:pt x="392906" y="190500"/>
                </a:lnTo>
                <a:lnTo>
                  <a:pt x="392906" y="198438"/>
                </a:lnTo>
                <a:lnTo>
                  <a:pt x="392906" y="206376"/>
                </a:lnTo>
                <a:lnTo>
                  <a:pt x="392906" y="214313"/>
                </a:lnTo>
                <a:lnTo>
                  <a:pt x="392906" y="222250"/>
                </a:lnTo>
                <a:lnTo>
                  <a:pt x="392906" y="230188"/>
                </a:lnTo>
                <a:lnTo>
                  <a:pt x="392906" y="238126"/>
                </a:lnTo>
                <a:lnTo>
                  <a:pt x="392906" y="246063"/>
                </a:lnTo>
                <a:lnTo>
                  <a:pt x="392906" y="254000"/>
                </a:lnTo>
                <a:lnTo>
                  <a:pt x="392906" y="261938"/>
                </a:lnTo>
                <a:moveTo>
                  <a:pt x="471488" y="52388"/>
                </a:moveTo>
                <a:lnTo>
                  <a:pt x="471488" y="60246"/>
                </a:lnTo>
                <a:lnTo>
                  <a:pt x="471488" y="68104"/>
                </a:lnTo>
                <a:lnTo>
                  <a:pt x="471488" y="75962"/>
                </a:lnTo>
                <a:lnTo>
                  <a:pt x="471488" y="83820"/>
                </a:lnTo>
                <a:lnTo>
                  <a:pt x="471488" y="91679"/>
                </a:lnTo>
                <a:lnTo>
                  <a:pt x="471488" y="99537"/>
                </a:lnTo>
                <a:lnTo>
                  <a:pt x="471488" y="107395"/>
                </a:lnTo>
                <a:lnTo>
                  <a:pt x="471488" y="115253"/>
                </a:lnTo>
                <a:lnTo>
                  <a:pt x="471488" y="123111"/>
                </a:lnTo>
                <a:lnTo>
                  <a:pt x="471488" y="130969"/>
                </a:lnTo>
                <a:lnTo>
                  <a:pt x="471488" y="138827"/>
                </a:lnTo>
                <a:lnTo>
                  <a:pt x="471488" y="146685"/>
                </a:lnTo>
                <a:lnTo>
                  <a:pt x="471488" y="154544"/>
                </a:lnTo>
                <a:lnTo>
                  <a:pt x="471488" y="162402"/>
                </a:lnTo>
                <a:lnTo>
                  <a:pt x="471488" y="170260"/>
                </a:lnTo>
                <a:lnTo>
                  <a:pt x="471488" y="178118"/>
                </a:lnTo>
                <a:lnTo>
                  <a:pt x="471488" y="185976"/>
                </a:lnTo>
                <a:lnTo>
                  <a:pt x="471488" y="193834"/>
                </a:lnTo>
                <a:lnTo>
                  <a:pt x="471488" y="201692"/>
                </a:lnTo>
                <a:lnTo>
                  <a:pt x="471488" y="209550"/>
                </a:lnTo>
                <a:moveTo>
                  <a:pt x="78582" y="130969"/>
                </a:moveTo>
                <a:lnTo>
                  <a:pt x="86440" y="130969"/>
                </a:lnTo>
                <a:lnTo>
                  <a:pt x="94298" y="130969"/>
                </a:lnTo>
                <a:lnTo>
                  <a:pt x="102156" y="130969"/>
                </a:lnTo>
                <a:lnTo>
                  <a:pt x="110014" y="130969"/>
                </a:lnTo>
                <a:lnTo>
                  <a:pt x="117872" y="130969"/>
                </a:lnTo>
                <a:lnTo>
                  <a:pt x="125730" y="130969"/>
                </a:lnTo>
                <a:lnTo>
                  <a:pt x="133588" y="130969"/>
                </a:lnTo>
                <a:lnTo>
                  <a:pt x="141446" y="130969"/>
                </a:lnTo>
                <a:lnTo>
                  <a:pt x="149305" y="130969"/>
                </a:lnTo>
                <a:lnTo>
                  <a:pt x="157163" y="130969"/>
                </a:lnTo>
                <a:lnTo>
                  <a:pt x="165021" y="130969"/>
                </a:lnTo>
                <a:lnTo>
                  <a:pt x="172879" y="130969"/>
                </a:lnTo>
                <a:lnTo>
                  <a:pt x="180737" y="130969"/>
                </a:lnTo>
                <a:lnTo>
                  <a:pt x="188595" y="130969"/>
                </a:lnTo>
                <a:lnTo>
                  <a:pt x="196453" y="130969"/>
                </a:lnTo>
                <a:lnTo>
                  <a:pt x="204312" y="130969"/>
                </a:lnTo>
                <a:lnTo>
                  <a:pt x="212170" y="130969"/>
                </a:lnTo>
                <a:lnTo>
                  <a:pt x="220028" y="130969"/>
                </a:lnTo>
                <a:lnTo>
                  <a:pt x="227886" y="130969"/>
                </a:lnTo>
                <a:lnTo>
                  <a:pt x="235744" y="130969"/>
                </a:lnTo>
                <a:lnTo>
                  <a:pt x="243602" y="130969"/>
                </a:lnTo>
                <a:lnTo>
                  <a:pt x="251460" y="130969"/>
                </a:lnTo>
                <a:lnTo>
                  <a:pt x="259318" y="130969"/>
                </a:lnTo>
                <a:lnTo>
                  <a:pt x="267176" y="130969"/>
                </a:lnTo>
                <a:lnTo>
                  <a:pt x="275035" y="130969"/>
                </a:lnTo>
                <a:lnTo>
                  <a:pt x="282893" y="130969"/>
                </a:lnTo>
                <a:lnTo>
                  <a:pt x="290751" y="130969"/>
                </a:lnTo>
                <a:lnTo>
                  <a:pt x="298609" y="130969"/>
                </a:lnTo>
                <a:lnTo>
                  <a:pt x="306467" y="130969"/>
                </a:lnTo>
                <a:lnTo>
                  <a:pt x="314325" y="130969"/>
                </a:lnTo>
                <a:lnTo>
                  <a:pt x="322183" y="130969"/>
                </a:lnTo>
                <a:lnTo>
                  <a:pt x="330042" y="130969"/>
                </a:lnTo>
                <a:lnTo>
                  <a:pt x="337900" y="130969"/>
                </a:lnTo>
                <a:lnTo>
                  <a:pt x="345758" y="130969"/>
                </a:lnTo>
                <a:lnTo>
                  <a:pt x="353616" y="130969"/>
                </a:lnTo>
                <a:lnTo>
                  <a:pt x="361474" y="130969"/>
                </a:lnTo>
                <a:lnTo>
                  <a:pt x="369332" y="130969"/>
                </a:lnTo>
                <a:lnTo>
                  <a:pt x="377190" y="130969"/>
                </a:lnTo>
                <a:lnTo>
                  <a:pt x="385048" y="130969"/>
                </a:lnTo>
                <a:lnTo>
                  <a:pt x="392906" y="130969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93468" y="4742402"/>
            <a:ext cx="1700064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Fitness</a:t>
            </a:r>
          </a:p>
        </p:txBody>
      </p:sp>
      <p:sp>
        <p:nvSpPr>
          <p:cNvPr id="6" name="Highlight"/>
          <p:cNvSpPr/>
          <p:nvPr/>
        </p:nvSpPr>
        <p:spPr>
          <a:xfrm>
            <a:off x="2315245" y="6691408"/>
            <a:ext cx="755303" cy="854964"/>
          </a:xfrm>
          <a:prstGeom prst="roundRect">
            <a:avLst>
              <a:gd name="adj" fmla="val 22195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Highlight"/>
          <p:cNvSpPr/>
          <p:nvPr/>
        </p:nvSpPr>
        <p:spPr>
          <a:xfrm>
            <a:off x="5829226" y="6691408"/>
            <a:ext cx="2142530" cy="854964"/>
          </a:xfrm>
          <a:prstGeom prst="roundRect">
            <a:avLst>
              <a:gd name="adj" fmla="val 19607"/>
            </a:avLst>
          </a:prstGeom>
          <a:solidFill>
            <a:srgbClr val="AB2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ks"/>
          <p:cNvSpPr txBox="1"/>
          <p:nvPr/>
        </p:nvSpPr>
        <p:spPr>
          <a:xfrm>
            <a:off x="762000" y="5610130"/>
            <a:ext cx="8763000" cy="29672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15 Menit di Rumah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 &gt;  1 Jam  Niat 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ke Gym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8920258"/>
            <a:ext cx="81915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Yang penting gerak dulu.</a:t>
            </a:r>
          </a:p>
        </p:txBody>
      </p:sp>
      <p:sp>
        <p:nvSpPr>
          <p:cNvPr id="10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91752"/>
            <a:ext cx="8763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Mana yang beneran jalan?</a:t>
            </a:r>
          </a:p>
        </p:txBody>
      </p:sp>
      <p:sp>
        <p:nvSpPr>
          <p:cNvPr id="3" name="Kartu"/>
          <p:cNvSpPr/>
          <p:nvPr/>
        </p:nvSpPr>
        <p:spPr>
          <a:xfrm>
            <a:off x="762000" y="3666173"/>
            <a:ext cx="4248150" cy="4703445"/>
          </a:xfrm>
          <a:prstGeom prst="roundRect">
            <a:avLst>
              <a:gd name="adj" fmla="val 14349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1100" y="4085273"/>
            <a:ext cx="1226344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Niat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1100" y="4879658"/>
            <a:ext cx="340995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1 jam ke gym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1100" y="6590348"/>
            <a:ext cx="3409950" cy="13601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Rencananya bagus, tapi sering berhenti di niat.</a:t>
            </a:r>
          </a:p>
        </p:txBody>
      </p:sp>
      <p:sp>
        <p:nvSpPr>
          <p:cNvPr id="7" name="Kartu"/>
          <p:cNvSpPr/>
          <p:nvPr/>
        </p:nvSpPr>
        <p:spPr>
          <a:xfrm>
            <a:off x="5276850" y="3666173"/>
            <a:ext cx="4248150" cy="4703445"/>
          </a:xfrm>
          <a:prstGeom prst="roundRect">
            <a:avLst>
              <a:gd name="adj" fmla="val 14349"/>
            </a:avLst>
          </a:prstGeom>
          <a:solidFill>
            <a:srgbClr val="4B7B98">
              <a:alpha val="45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95950" y="4085273"/>
            <a:ext cx="1491407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Jalan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5950" y="4879658"/>
            <a:ext cx="340995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15 menit di rumah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950" y="6590348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Pendek, dekat, gampang dimulai.</a:t>
            </a:r>
          </a:p>
        </p:txBody>
      </p:sp>
      <p:sp>
        <p:nvSpPr>
          <p:cNvPr id="11" name="Highlight"/>
          <p:cNvSpPr/>
          <p:nvPr/>
        </p:nvSpPr>
        <p:spPr>
          <a:xfrm>
            <a:off x="3501554" y="8804720"/>
            <a:ext cx="2125414" cy="427482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ks"/>
          <p:cNvSpPr txBox="1"/>
          <p:nvPr/>
        </p:nvSpPr>
        <p:spPr>
          <a:xfrm>
            <a:off x="762000" y="8712518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Kecil tapi  konsisten, lebih baik dari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sempurna tapi nggak jalan.</a:t>
            </a:r>
          </a:p>
        </p:txBody>
      </p:sp>
      <p:sp>
        <p:nvSpPr>
          <p:cNvPr id="13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713482"/>
            <a:ext cx="8763000" cy="764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17"/>
              </a:lnSpc>
            </a:pPr>
            <a:r>
              <a:rPr b="0" i="0" sz="5100">
                <a:solidFill>
                  <a:srgbClr val="FFFFFF"/>
                </a:solidFill>
                <a:latin typeface="Poppins ExtraBold"/>
              </a:rPr>
              <a:t>15 menit bisa buat apa?</a:t>
            </a:r>
          </a:p>
        </p:txBody>
      </p:sp>
      <p:sp>
        <p:nvSpPr>
          <p:cNvPr id="3" name="Baris 1"/>
          <p:cNvSpPr/>
          <p:nvPr/>
        </p:nvSpPr>
        <p:spPr>
          <a:xfrm>
            <a:off x="762000" y="37063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Bulatan centang"/>
          <p:cNvSpPr/>
          <p:nvPr/>
        </p:nvSpPr>
        <p:spPr>
          <a:xfrm>
            <a:off x="1085850" y="38778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Ikon check"/>
          <p:cNvSpPr/>
          <p:nvPr/>
        </p:nvSpPr>
        <p:spPr>
          <a:xfrm>
            <a:off x="1327150" y="41568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 baris"/>
          <p:cNvSpPr txBox="1"/>
          <p:nvPr/>
        </p:nvSpPr>
        <p:spPr>
          <a:xfrm>
            <a:off x="2076450" y="37063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Jalan cepat keliling komplek</a:t>
            </a:r>
          </a:p>
        </p:txBody>
      </p:sp>
      <p:sp>
        <p:nvSpPr>
          <p:cNvPr id="7" name="Baris 2"/>
          <p:cNvSpPr/>
          <p:nvPr/>
        </p:nvSpPr>
        <p:spPr>
          <a:xfrm>
            <a:off x="762000" y="50017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ulatan centang"/>
          <p:cNvSpPr/>
          <p:nvPr/>
        </p:nvSpPr>
        <p:spPr>
          <a:xfrm>
            <a:off x="1085850" y="51732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kon check"/>
          <p:cNvSpPr/>
          <p:nvPr/>
        </p:nvSpPr>
        <p:spPr>
          <a:xfrm>
            <a:off x="1327150" y="54522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ks baris"/>
          <p:cNvSpPr txBox="1"/>
          <p:nvPr/>
        </p:nvSpPr>
        <p:spPr>
          <a:xfrm>
            <a:off x="2076450" y="50017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Naik-turun tangga</a:t>
            </a:r>
          </a:p>
        </p:txBody>
      </p:sp>
      <p:sp>
        <p:nvSpPr>
          <p:cNvPr id="11" name="Baris 3"/>
          <p:cNvSpPr/>
          <p:nvPr/>
        </p:nvSpPr>
        <p:spPr>
          <a:xfrm>
            <a:off x="762000" y="62971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ulatan centang"/>
          <p:cNvSpPr/>
          <p:nvPr/>
        </p:nvSpPr>
        <p:spPr>
          <a:xfrm>
            <a:off x="1085850" y="64686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Ikon check"/>
          <p:cNvSpPr/>
          <p:nvPr/>
        </p:nvSpPr>
        <p:spPr>
          <a:xfrm>
            <a:off x="1327150" y="67476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ks baris"/>
          <p:cNvSpPr txBox="1"/>
          <p:nvPr/>
        </p:nvSpPr>
        <p:spPr>
          <a:xfrm>
            <a:off x="2076450" y="62971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Squat &amp; plank sambil masak</a:t>
            </a:r>
          </a:p>
        </p:txBody>
      </p:sp>
      <p:sp>
        <p:nvSpPr>
          <p:cNvPr id="15" name="Baris 4"/>
          <p:cNvSpPr/>
          <p:nvPr/>
        </p:nvSpPr>
        <p:spPr>
          <a:xfrm>
            <a:off x="762000" y="75925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ulatan centang"/>
          <p:cNvSpPr/>
          <p:nvPr/>
        </p:nvSpPr>
        <p:spPr>
          <a:xfrm>
            <a:off x="1085850" y="77640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kon check"/>
          <p:cNvSpPr/>
          <p:nvPr/>
        </p:nvSpPr>
        <p:spPr>
          <a:xfrm>
            <a:off x="1327150" y="80430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ks baris"/>
          <p:cNvSpPr txBox="1"/>
          <p:nvPr/>
        </p:nvSpPr>
        <p:spPr>
          <a:xfrm>
            <a:off x="2076450" y="75925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Peregangan sebelum tidur</a:t>
            </a:r>
          </a:p>
        </p:txBody>
      </p:sp>
      <p:sp>
        <p:nvSpPr>
          <p:cNvPr id="19" name="Baris 5"/>
          <p:cNvSpPr/>
          <p:nvPr/>
        </p:nvSpPr>
        <p:spPr>
          <a:xfrm>
            <a:off x="762000" y="88879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ulatan centang"/>
          <p:cNvSpPr/>
          <p:nvPr/>
        </p:nvSpPr>
        <p:spPr>
          <a:xfrm>
            <a:off x="1085850" y="90594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Ikon check"/>
          <p:cNvSpPr/>
          <p:nvPr/>
        </p:nvSpPr>
        <p:spPr>
          <a:xfrm>
            <a:off x="1327150" y="93384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ks baris"/>
          <p:cNvSpPr txBox="1"/>
          <p:nvPr/>
        </p:nvSpPr>
        <p:spPr>
          <a:xfrm>
            <a:off x="2076450" y="88879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Gerak ringan sambil nonton</a:t>
            </a:r>
          </a:p>
        </p:txBody>
      </p:sp>
      <p:sp>
        <p:nvSpPr>
          <p:cNvPr id="23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dumbbell"/>
          <p:cNvSpPr/>
          <p:nvPr/>
        </p:nvSpPr>
        <p:spPr>
          <a:xfrm>
            <a:off x="4907756" y="3189256"/>
            <a:ext cx="471488" cy="261937"/>
          </a:xfrm>
          <a:custGeom>
            <a:avLst/>
            <a:gdLst/>
            <a:ahLst/>
            <a:cxnLst/>
            <a:rect l="l" t="t" r="r" b="b"/>
            <a:pathLst>
              <a:path w="471488" h="261937">
                <a:moveTo>
                  <a:pt x="78582" y="0"/>
                </a:moveTo>
                <a:lnTo>
                  <a:pt x="78582" y="7937"/>
                </a:lnTo>
                <a:lnTo>
                  <a:pt x="78582" y="15875"/>
                </a:lnTo>
                <a:lnTo>
                  <a:pt x="78582" y="23812"/>
                </a:lnTo>
                <a:lnTo>
                  <a:pt x="78582" y="31750"/>
                </a:lnTo>
                <a:lnTo>
                  <a:pt x="78582" y="39687"/>
                </a:lnTo>
                <a:lnTo>
                  <a:pt x="78582" y="47625"/>
                </a:lnTo>
                <a:lnTo>
                  <a:pt x="78582" y="55562"/>
                </a:lnTo>
                <a:lnTo>
                  <a:pt x="78582" y="63500"/>
                </a:lnTo>
                <a:lnTo>
                  <a:pt x="78582" y="71437"/>
                </a:lnTo>
                <a:lnTo>
                  <a:pt x="78582" y="79375"/>
                </a:lnTo>
                <a:lnTo>
                  <a:pt x="78582" y="87312"/>
                </a:lnTo>
                <a:lnTo>
                  <a:pt x="78582" y="95250"/>
                </a:lnTo>
                <a:lnTo>
                  <a:pt x="78582" y="103187"/>
                </a:lnTo>
                <a:lnTo>
                  <a:pt x="78582" y="111125"/>
                </a:lnTo>
                <a:lnTo>
                  <a:pt x="78582" y="119062"/>
                </a:lnTo>
                <a:lnTo>
                  <a:pt x="78582" y="127000"/>
                </a:lnTo>
                <a:lnTo>
                  <a:pt x="78582" y="134937"/>
                </a:lnTo>
                <a:lnTo>
                  <a:pt x="78582" y="142875"/>
                </a:lnTo>
                <a:lnTo>
                  <a:pt x="78582" y="150812"/>
                </a:lnTo>
                <a:lnTo>
                  <a:pt x="78582" y="158750"/>
                </a:lnTo>
                <a:lnTo>
                  <a:pt x="78582" y="166687"/>
                </a:lnTo>
                <a:lnTo>
                  <a:pt x="78582" y="174625"/>
                </a:lnTo>
                <a:lnTo>
                  <a:pt x="78582" y="182562"/>
                </a:lnTo>
                <a:lnTo>
                  <a:pt x="78582" y="190500"/>
                </a:lnTo>
                <a:lnTo>
                  <a:pt x="78582" y="198437"/>
                </a:lnTo>
                <a:lnTo>
                  <a:pt x="78582" y="206375"/>
                </a:lnTo>
                <a:lnTo>
                  <a:pt x="78582" y="214312"/>
                </a:lnTo>
                <a:lnTo>
                  <a:pt x="78582" y="222250"/>
                </a:lnTo>
                <a:lnTo>
                  <a:pt x="78582" y="230187"/>
                </a:lnTo>
                <a:lnTo>
                  <a:pt x="78582" y="238125"/>
                </a:lnTo>
                <a:lnTo>
                  <a:pt x="78582" y="246062"/>
                </a:lnTo>
                <a:lnTo>
                  <a:pt x="78582" y="254000"/>
                </a:lnTo>
                <a:lnTo>
                  <a:pt x="78582" y="261937"/>
                </a:lnTo>
                <a:moveTo>
                  <a:pt x="0" y="52387"/>
                </a:moveTo>
                <a:lnTo>
                  <a:pt x="0" y="60245"/>
                </a:lnTo>
                <a:lnTo>
                  <a:pt x="0" y="68103"/>
                </a:lnTo>
                <a:lnTo>
                  <a:pt x="0" y="75962"/>
                </a:lnTo>
                <a:lnTo>
                  <a:pt x="0" y="83820"/>
                </a:lnTo>
                <a:lnTo>
                  <a:pt x="0" y="91678"/>
                </a:lnTo>
                <a:lnTo>
                  <a:pt x="0" y="99536"/>
                </a:lnTo>
                <a:lnTo>
                  <a:pt x="0" y="107394"/>
                </a:lnTo>
                <a:lnTo>
                  <a:pt x="0" y="115252"/>
                </a:lnTo>
                <a:lnTo>
                  <a:pt x="0" y="123110"/>
                </a:lnTo>
                <a:lnTo>
                  <a:pt x="0" y="130968"/>
                </a:lnTo>
                <a:lnTo>
                  <a:pt x="0" y="138827"/>
                </a:lnTo>
                <a:lnTo>
                  <a:pt x="0" y="146685"/>
                </a:lnTo>
                <a:lnTo>
                  <a:pt x="0" y="154543"/>
                </a:lnTo>
                <a:lnTo>
                  <a:pt x="0" y="162401"/>
                </a:lnTo>
                <a:lnTo>
                  <a:pt x="0" y="170259"/>
                </a:lnTo>
                <a:lnTo>
                  <a:pt x="0" y="178117"/>
                </a:lnTo>
                <a:lnTo>
                  <a:pt x="0" y="185975"/>
                </a:lnTo>
                <a:lnTo>
                  <a:pt x="0" y="193834"/>
                </a:lnTo>
                <a:lnTo>
                  <a:pt x="0" y="201692"/>
                </a:lnTo>
                <a:lnTo>
                  <a:pt x="0" y="209550"/>
                </a:lnTo>
                <a:moveTo>
                  <a:pt x="392906" y="0"/>
                </a:moveTo>
                <a:lnTo>
                  <a:pt x="392906" y="7937"/>
                </a:lnTo>
                <a:lnTo>
                  <a:pt x="392906" y="15875"/>
                </a:lnTo>
                <a:lnTo>
                  <a:pt x="392906" y="23812"/>
                </a:lnTo>
                <a:lnTo>
                  <a:pt x="392906" y="31750"/>
                </a:lnTo>
                <a:lnTo>
                  <a:pt x="392906" y="39687"/>
                </a:lnTo>
                <a:lnTo>
                  <a:pt x="392906" y="47625"/>
                </a:lnTo>
                <a:lnTo>
                  <a:pt x="392906" y="55562"/>
                </a:lnTo>
                <a:lnTo>
                  <a:pt x="392906" y="63500"/>
                </a:lnTo>
                <a:lnTo>
                  <a:pt x="392906" y="71437"/>
                </a:lnTo>
                <a:lnTo>
                  <a:pt x="392906" y="79375"/>
                </a:lnTo>
                <a:lnTo>
                  <a:pt x="392906" y="87312"/>
                </a:lnTo>
                <a:lnTo>
                  <a:pt x="392906" y="95250"/>
                </a:lnTo>
                <a:lnTo>
                  <a:pt x="392906" y="103187"/>
                </a:lnTo>
                <a:lnTo>
                  <a:pt x="392906" y="111125"/>
                </a:lnTo>
                <a:lnTo>
                  <a:pt x="392906" y="119062"/>
                </a:lnTo>
                <a:lnTo>
                  <a:pt x="392906" y="127000"/>
                </a:lnTo>
                <a:lnTo>
                  <a:pt x="392906" y="134937"/>
                </a:lnTo>
                <a:lnTo>
                  <a:pt x="392906" y="142875"/>
                </a:lnTo>
                <a:lnTo>
                  <a:pt x="392906" y="150812"/>
                </a:lnTo>
                <a:lnTo>
                  <a:pt x="392906" y="158750"/>
                </a:lnTo>
                <a:lnTo>
                  <a:pt x="392906" y="166687"/>
                </a:lnTo>
                <a:lnTo>
                  <a:pt x="392906" y="174625"/>
                </a:lnTo>
                <a:lnTo>
                  <a:pt x="392906" y="182562"/>
                </a:lnTo>
                <a:lnTo>
                  <a:pt x="392906" y="190500"/>
                </a:lnTo>
                <a:lnTo>
                  <a:pt x="392906" y="198437"/>
                </a:lnTo>
                <a:lnTo>
                  <a:pt x="392906" y="206375"/>
                </a:lnTo>
                <a:lnTo>
                  <a:pt x="392906" y="214312"/>
                </a:lnTo>
                <a:lnTo>
                  <a:pt x="392906" y="222250"/>
                </a:lnTo>
                <a:lnTo>
                  <a:pt x="392906" y="230187"/>
                </a:lnTo>
                <a:lnTo>
                  <a:pt x="392906" y="238125"/>
                </a:lnTo>
                <a:lnTo>
                  <a:pt x="392906" y="246062"/>
                </a:lnTo>
                <a:lnTo>
                  <a:pt x="392906" y="254000"/>
                </a:lnTo>
                <a:lnTo>
                  <a:pt x="392906" y="261937"/>
                </a:lnTo>
                <a:moveTo>
                  <a:pt x="471488" y="52387"/>
                </a:moveTo>
                <a:lnTo>
                  <a:pt x="471488" y="60245"/>
                </a:lnTo>
                <a:lnTo>
                  <a:pt x="471488" y="68103"/>
                </a:lnTo>
                <a:lnTo>
                  <a:pt x="471488" y="75962"/>
                </a:lnTo>
                <a:lnTo>
                  <a:pt x="471488" y="83820"/>
                </a:lnTo>
                <a:lnTo>
                  <a:pt x="471488" y="91678"/>
                </a:lnTo>
                <a:lnTo>
                  <a:pt x="471488" y="99536"/>
                </a:lnTo>
                <a:lnTo>
                  <a:pt x="471488" y="107394"/>
                </a:lnTo>
                <a:lnTo>
                  <a:pt x="471488" y="115252"/>
                </a:lnTo>
                <a:lnTo>
                  <a:pt x="471488" y="123110"/>
                </a:lnTo>
                <a:lnTo>
                  <a:pt x="471488" y="130968"/>
                </a:lnTo>
                <a:lnTo>
                  <a:pt x="471488" y="138827"/>
                </a:lnTo>
                <a:lnTo>
                  <a:pt x="471488" y="146685"/>
                </a:lnTo>
                <a:lnTo>
                  <a:pt x="471488" y="154543"/>
                </a:lnTo>
                <a:lnTo>
                  <a:pt x="471488" y="162401"/>
                </a:lnTo>
                <a:lnTo>
                  <a:pt x="471488" y="170259"/>
                </a:lnTo>
                <a:lnTo>
                  <a:pt x="471488" y="178117"/>
                </a:lnTo>
                <a:lnTo>
                  <a:pt x="471488" y="185975"/>
                </a:lnTo>
                <a:lnTo>
                  <a:pt x="471488" y="193834"/>
                </a:lnTo>
                <a:lnTo>
                  <a:pt x="471488" y="201692"/>
                </a:lnTo>
                <a:lnTo>
                  <a:pt x="471488" y="209550"/>
                </a:lnTo>
                <a:moveTo>
                  <a:pt x="78582" y="130968"/>
                </a:moveTo>
                <a:lnTo>
                  <a:pt x="86440" y="130968"/>
                </a:lnTo>
                <a:lnTo>
                  <a:pt x="94298" y="130968"/>
                </a:lnTo>
                <a:lnTo>
                  <a:pt x="102156" y="130968"/>
                </a:lnTo>
                <a:lnTo>
                  <a:pt x="110014" y="130968"/>
                </a:lnTo>
                <a:lnTo>
                  <a:pt x="117872" y="130968"/>
                </a:lnTo>
                <a:lnTo>
                  <a:pt x="125730" y="130968"/>
                </a:lnTo>
                <a:lnTo>
                  <a:pt x="133588" y="130968"/>
                </a:lnTo>
                <a:lnTo>
                  <a:pt x="141446" y="130968"/>
                </a:lnTo>
                <a:lnTo>
                  <a:pt x="149305" y="130968"/>
                </a:lnTo>
                <a:lnTo>
                  <a:pt x="157163" y="130968"/>
                </a:lnTo>
                <a:lnTo>
                  <a:pt x="165021" y="130968"/>
                </a:lnTo>
                <a:lnTo>
                  <a:pt x="172879" y="130968"/>
                </a:lnTo>
                <a:lnTo>
                  <a:pt x="180737" y="130968"/>
                </a:lnTo>
                <a:lnTo>
                  <a:pt x="188595" y="130968"/>
                </a:lnTo>
                <a:lnTo>
                  <a:pt x="196453" y="130968"/>
                </a:lnTo>
                <a:lnTo>
                  <a:pt x="204312" y="130968"/>
                </a:lnTo>
                <a:lnTo>
                  <a:pt x="212170" y="130968"/>
                </a:lnTo>
                <a:lnTo>
                  <a:pt x="220028" y="130968"/>
                </a:lnTo>
                <a:lnTo>
                  <a:pt x="227886" y="130968"/>
                </a:lnTo>
                <a:lnTo>
                  <a:pt x="235744" y="130968"/>
                </a:lnTo>
                <a:lnTo>
                  <a:pt x="243602" y="130968"/>
                </a:lnTo>
                <a:lnTo>
                  <a:pt x="251460" y="130968"/>
                </a:lnTo>
                <a:lnTo>
                  <a:pt x="259318" y="130968"/>
                </a:lnTo>
                <a:lnTo>
                  <a:pt x="267176" y="130968"/>
                </a:lnTo>
                <a:lnTo>
                  <a:pt x="275035" y="130968"/>
                </a:lnTo>
                <a:lnTo>
                  <a:pt x="282893" y="130968"/>
                </a:lnTo>
                <a:lnTo>
                  <a:pt x="290751" y="130968"/>
                </a:lnTo>
                <a:lnTo>
                  <a:pt x="298609" y="130968"/>
                </a:lnTo>
                <a:lnTo>
                  <a:pt x="306467" y="130968"/>
                </a:lnTo>
                <a:lnTo>
                  <a:pt x="314325" y="130968"/>
                </a:lnTo>
                <a:lnTo>
                  <a:pt x="322183" y="130968"/>
                </a:lnTo>
                <a:lnTo>
                  <a:pt x="330042" y="130968"/>
                </a:lnTo>
                <a:lnTo>
                  <a:pt x="337900" y="130968"/>
                </a:lnTo>
                <a:lnTo>
                  <a:pt x="345758" y="130968"/>
                </a:lnTo>
                <a:lnTo>
                  <a:pt x="353616" y="130968"/>
                </a:lnTo>
                <a:lnTo>
                  <a:pt x="361474" y="130968"/>
                </a:lnTo>
                <a:lnTo>
                  <a:pt x="369332" y="130968"/>
                </a:lnTo>
                <a:lnTo>
                  <a:pt x="377190" y="130968"/>
                </a:lnTo>
                <a:lnTo>
                  <a:pt x="385048" y="130968"/>
                </a:lnTo>
                <a:lnTo>
                  <a:pt x="392906" y="130968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</a:t>
            </a:r>
            <a:br/>
            <a:r>
              <a:rPr b="0" i="0" sz="6300">
                <a:solidFill>
                  <a:srgbClr val="FFFFFF"/>
                </a:solidFill>
                <a:latin typeface="Poppins ExtraBold"/>
              </a:rPr>
              <a:t>gerak 15 menit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masih</a:t>
            </a:r>
            <a:br/>
            <a:r>
              <a:rPr b="1" i="0" sz="4200">
                <a:solidFill>
                  <a:srgbClr val="FFFFFF"/>
                </a:solidFill>
                <a:latin typeface="Poppins"/>
              </a:rPr>
              <a:t>niat-niat aja ke gym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199436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C07 · Okt W3 · Regular B2C · Fitness — 15 Menit di Rumah vs 1 Jam Niat ke Gym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