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0287000" cy="128587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cover</a:t>
            </a:r>
          </a:p>
          <a:p>
            <a:r>
              <a:t>VISUAL: Cover tenang dan formal: ikon kalender, judul besar, sub</a:t>
            </a:r>
          </a:p>
          <a:p>
            <a:r>
              <a:t>ELEMEN: Highlight biru di 'Ditutup'. Tanpa emoji besar (B2B)</a:t>
            </a:r>
          </a:p>
          <a:p>
            <a:r>
              <a:t>MOTION: Ikon pop → kicker rise → judul rise, highlight menyusul → sub rise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timeline</a:t>
            </a:r>
          </a:p>
          <a:p>
            <a:r>
              <a:t>VISUAL: Timeline mini: garis vertikal dan 4 kartu per bulan</a:t>
            </a:r>
          </a:p>
          <a:p>
            <a:r>
              <a:t>ELEMEN: Timeline mini sesi 1-7 sesuai plan (dikelompokkan per bulan agar muat)</a:t>
            </a:r>
          </a:p>
          <a:p>
            <a:r>
              <a:t>MOTION: Judul rise → garis tergambar (wipe) → kartu rise berurutan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claim</a:t>
            </a:r>
          </a:p>
          <a:p>
            <a:r>
              <a:t>VISUAL: Kartu kaca berisi ucapan terima kasih dan placeholder kolase foto</a:t>
            </a:r>
          </a:p>
          <a:p>
            <a:r>
              <a:t>ELEMEN: Kolase foto asli dokumentasi sesi (plan melarang stock)</a:t>
            </a:r>
          </a:p>
          <a:p>
            <a:r>
              <a:t>MOTION: Kartu fade → kotak teks rise → foto rise</a:t>
            </a:r>
          </a:p>
          <a:p>
            <a:r>
              <a:t>ASET: Kolase foto dokumentasi asli dari tiap bulan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session</a:t>
            </a:r>
          </a:p>
          <a:p>
            <a:r>
              <a:t>VISUAL: Slide penutup acara: nama Expo, venue, tanggal dalam kotak merah, placeholder mockup venue</a:t>
            </a:r>
          </a:p>
          <a:p>
            <a:r>
              <a:t>ELEMEN: Aksen merah (jatah 1x) di tanggal Expo, sesuai plan</a:t>
            </a:r>
          </a:p>
          <a:p>
            <a:r>
              <a:t>MOTION: Kicker fade → judul rise → kotak venue rise → tanggal rise → foto rise</a:t>
            </a:r>
          </a:p>
          <a:p>
            <a:r>
              <a:t>ASET: Mockup atau foto venue NICE PIK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POLA: cta</a:t>
            </a:r>
          </a:p>
          <a:p>
            <a:r>
              <a:t>VISUAL: Penutup tenang</a:t>
            </a:r>
          </a:p>
          <a:p>
            <a:r>
              <a:t>ELEMEN: CTA konversi (B2B): early-bird booth lewat DM/link bio. Tanpa harga dan kuota di feed</a:t>
            </a:r>
          </a:p>
          <a:p>
            <a:r>
              <a:t>MOTION: Ikon pop → kotak rise → sub rise → handle pop</a:t>
            </a:r>
          </a:p>
          <a:p>
            <a:r>
              <a:t>ASET: Tidak ada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hape Carous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Latar grid miring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pic>
        <p:nvPicPr>
          <p:cNvPr id="102" name="Logo Shap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10050" y="847725"/>
            <a:ext cx="1914525" cy="666750"/>
          </a:xfrm>
          <a:prstGeom prst="rect">
            <a:avLst/>
          </a:prstGeom>
        </p:spPr>
      </p:pic>
      <p:sp>
        <p:nvSpPr>
          <p:cNvPr id="103" name="Titik 1"/>
          <p:cNvSpPr/>
          <p:nvPr userDrawn="1"/>
        </p:nvSpPr>
        <p:spPr>
          <a:xfrm>
            <a:off x="43815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4" name="Titik 2"/>
          <p:cNvSpPr/>
          <p:nvPr userDrawn="1"/>
        </p:nvSpPr>
        <p:spPr>
          <a:xfrm>
            <a:off x="876300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  <p:sp>
        <p:nvSpPr>
          <p:cNvPr id="105" name="Titik 3"/>
          <p:cNvSpPr/>
          <p:nvPr userDrawn="1"/>
        </p:nvSpPr>
        <p:spPr>
          <a:xfrm>
            <a:off x="1323975" y="733425"/>
            <a:ext cx="295275" cy="295275"/>
          </a:xfrm>
          <a:prstGeom prst="ellipse">
            <a:avLst/>
          </a:prstGeom>
          <a:solidFill>
            <a:srgbClr val="67A1C4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3261836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calendar"/>
          <p:cNvSpPr/>
          <p:nvPr/>
        </p:nvSpPr>
        <p:spPr>
          <a:xfrm>
            <a:off x="4907756" y="3740468"/>
            <a:ext cx="471488" cy="471487"/>
          </a:xfrm>
          <a:custGeom>
            <a:avLst/>
            <a:gdLst/>
            <a:ahLst/>
            <a:cxnLst/>
            <a:rect l="l" t="t" r="r" b="b"/>
            <a:pathLst>
              <a:path w="471488" h="471487">
                <a:moveTo>
                  <a:pt x="78582" y="52387"/>
                </a:moveTo>
                <a:lnTo>
                  <a:pt x="86440" y="52387"/>
                </a:lnTo>
                <a:lnTo>
                  <a:pt x="94298" y="52387"/>
                </a:lnTo>
                <a:lnTo>
                  <a:pt x="102156" y="52387"/>
                </a:lnTo>
                <a:lnTo>
                  <a:pt x="110014" y="52387"/>
                </a:lnTo>
                <a:lnTo>
                  <a:pt x="117872" y="52387"/>
                </a:lnTo>
                <a:lnTo>
                  <a:pt x="125730" y="52387"/>
                </a:lnTo>
                <a:lnTo>
                  <a:pt x="133588" y="52387"/>
                </a:lnTo>
                <a:lnTo>
                  <a:pt x="141446" y="52387"/>
                </a:lnTo>
                <a:lnTo>
                  <a:pt x="149305" y="52387"/>
                </a:lnTo>
                <a:lnTo>
                  <a:pt x="157163" y="52387"/>
                </a:lnTo>
                <a:lnTo>
                  <a:pt x="165021" y="52387"/>
                </a:lnTo>
                <a:lnTo>
                  <a:pt x="172879" y="52387"/>
                </a:lnTo>
                <a:lnTo>
                  <a:pt x="180737" y="52387"/>
                </a:lnTo>
                <a:lnTo>
                  <a:pt x="188595" y="52387"/>
                </a:lnTo>
                <a:lnTo>
                  <a:pt x="196453" y="52387"/>
                </a:lnTo>
                <a:lnTo>
                  <a:pt x="204312" y="52387"/>
                </a:lnTo>
                <a:lnTo>
                  <a:pt x="212170" y="52387"/>
                </a:lnTo>
                <a:lnTo>
                  <a:pt x="220028" y="52387"/>
                </a:lnTo>
                <a:lnTo>
                  <a:pt x="227886" y="52387"/>
                </a:lnTo>
                <a:lnTo>
                  <a:pt x="235744" y="52387"/>
                </a:lnTo>
                <a:lnTo>
                  <a:pt x="243602" y="52387"/>
                </a:lnTo>
                <a:lnTo>
                  <a:pt x="251460" y="52387"/>
                </a:lnTo>
                <a:lnTo>
                  <a:pt x="259318" y="52387"/>
                </a:lnTo>
                <a:lnTo>
                  <a:pt x="267176" y="52387"/>
                </a:lnTo>
                <a:lnTo>
                  <a:pt x="275035" y="52387"/>
                </a:lnTo>
                <a:lnTo>
                  <a:pt x="282893" y="52387"/>
                </a:lnTo>
                <a:lnTo>
                  <a:pt x="290751" y="52387"/>
                </a:lnTo>
                <a:lnTo>
                  <a:pt x="298609" y="52387"/>
                </a:lnTo>
                <a:lnTo>
                  <a:pt x="306467" y="52387"/>
                </a:lnTo>
                <a:lnTo>
                  <a:pt x="314325" y="52387"/>
                </a:lnTo>
                <a:lnTo>
                  <a:pt x="322183" y="52387"/>
                </a:lnTo>
                <a:lnTo>
                  <a:pt x="330042" y="52387"/>
                </a:lnTo>
                <a:lnTo>
                  <a:pt x="337900" y="52387"/>
                </a:lnTo>
                <a:lnTo>
                  <a:pt x="345758" y="52387"/>
                </a:lnTo>
                <a:lnTo>
                  <a:pt x="353616" y="52387"/>
                </a:lnTo>
                <a:lnTo>
                  <a:pt x="361474" y="52387"/>
                </a:lnTo>
                <a:lnTo>
                  <a:pt x="369332" y="52387"/>
                </a:lnTo>
                <a:lnTo>
                  <a:pt x="377190" y="52387"/>
                </a:lnTo>
                <a:lnTo>
                  <a:pt x="385048" y="52387"/>
                </a:lnTo>
                <a:lnTo>
                  <a:pt x="392906" y="52387"/>
                </a:lnTo>
                <a:lnTo>
                  <a:pt x="392906" y="52387"/>
                </a:lnTo>
                <a:lnTo>
                  <a:pt x="401120" y="52817"/>
                </a:lnTo>
                <a:lnTo>
                  <a:pt x="409244" y="54104"/>
                </a:lnTo>
                <a:lnTo>
                  <a:pt x="417189" y="56233"/>
                </a:lnTo>
                <a:lnTo>
                  <a:pt x="424868" y="59181"/>
                </a:lnTo>
                <a:lnTo>
                  <a:pt x="432197" y="62915"/>
                </a:lnTo>
                <a:lnTo>
                  <a:pt x="439095" y="67395"/>
                </a:lnTo>
                <a:lnTo>
                  <a:pt x="445488" y="72571"/>
                </a:lnTo>
                <a:lnTo>
                  <a:pt x="451304" y="78387"/>
                </a:lnTo>
                <a:lnTo>
                  <a:pt x="456480" y="84779"/>
                </a:lnTo>
                <a:lnTo>
                  <a:pt x="460960" y="91678"/>
                </a:lnTo>
                <a:lnTo>
                  <a:pt x="464694" y="99006"/>
                </a:lnTo>
                <a:lnTo>
                  <a:pt x="467642" y="106685"/>
                </a:lnTo>
                <a:lnTo>
                  <a:pt x="469771" y="114630"/>
                </a:lnTo>
                <a:lnTo>
                  <a:pt x="471057" y="122754"/>
                </a:lnTo>
                <a:lnTo>
                  <a:pt x="471488" y="130968"/>
                </a:lnTo>
                <a:lnTo>
                  <a:pt x="471488" y="130968"/>
                </a:lnTo>
                <a:lnTo>
                  <a:pt x="471488" y="138906"/>
                </a:lnTo>
                <a:lnTo>
                  <a:pt x="471488" y="146843"/>
                </a:lnTo>
                <a:lnTo>
                  <a:pt x="471488" y="154781"/>
                </a:lnTo>
                <a:lnTo>
                  <a:pt x="471488" y="162718"/>
                </a:lnTo>
                <a:lnTo>
                  <a:pt x="471488" y="170656"/>
                </a:lnTo>
                <a:lnTo>
                  <a:pt x="471488" y="178593"/>
                </a:lnTo>
                <a:lnTo>
                  <a:pt x="471488" y="186531"/>
                </a:lnTo>
                <a:lnTo>
                  <a:pt x="471488" y="194468"/>
                </a:lnTo>
                <a:lnTo>
                  <a:pt x="471488" y="202406"/>
                </a:lnTo>
                <a:lnTo>
                  <a:pt x="471488" y="210343"/>
                </a:lnTo>
                <a:lnTo>
                  <a:pt x="471488" y="218281"/>
                </a:lnTo>
                <a:lnTo>
                  <a:pt x="471488" y="226218"/>
                </a:lnTo>
                <a:lnTo>
                  <a:pt x="471488" y="234156"/>
                </a:lnTo>
                <a:lnTo>
                  <a:pt x="471488" y="242093"/>
                </a:lnTo>
                <a:lnTo>
                  <a:pt x="471488" y="250031"/>
                </a:lnTo>
                <a:lnTo>
                  <a:pt x="471488" y="257968"/>
                </a:lnTo>
                <a:lnTo>
                  <a:pt x="471488" y="265906"/>
                </a:lnTo>
                <a:lnTo>
                  <a:pt x="471488" y="273843"/>
                </a:lnTo>
                <a:lnTo>
                  <a:pt x="471488" y="281781"/>
                </a:lnTo>
                <a:lnTo>
                  <a:pt x="471488" y="289718"/>
                </a:lnTo>
                <a:lnTo>
                  <a:pt x="471488" y="297656"/>
                </a:lnTo>
                <a:lnTo>
                  <a:pt x="471488" y="305593"/>
                </a:lnTo>
                <a:lnTo>
                  <a:pt x="471488" y="313531"/>
                </a:lnTo>
                <a:lnTo>
                  <a:pt x="471488" y="321468"/>
                </a:lnTo>
                <a:lnTo>
                  <a:pt x="471488" y="329406"/>
                </a:lnTo>
                <a:lnTo>
                  <a:pt x="471488" y="337343"/>
                </a:lnTo>
                <a:lnTo>
                  <a:pt x="471488" y="345281"/>
                </a:lnTo>
                <a:lnTo>
                  <a:pt x="471488" y="353218"/>
                </a:lnTo>
                <a:lnTo>
                  <a:pt x="471488" y="361156"/>
                </a:lnTo>
                <a:lnTo>
                  <a:pt x="471488" y="369093"/>
                </a:lnTo>
                <a:lnTo>
                  <a:pt x="471488" y="377031"/>
                </a:lnTo>
                <a:lnTo>
                  <a:pt x="471488" y="384968"/>
                </a:lnTo>
                <a:lnTo>
                  <a:pt x="471488" y="392906"/>
                </a:lnTo>
                <a:lnTo>
                  <a:pt x="471488" y="392906"/>
                </a:lnTo>
                <a:lnTo>
                  <a:pt x="471057" y="401120"/>
                </a:lnTo>
                <a:lnTo>
                  <a:pt x="469771" y="409244"/>
                </a:lnTo>
                <a:lnTo>
                  <a:pt x="467642" y="417189"/>
                </a:lnTo>
                <a:lnTo>
                  <a:pt x="464694" y="424868"/>
                </a:lnTo>
                <a:lnTo>
                  <a:pt x="460960" y="432196"/>
                </a:lnTo>
                <a:lnTo>
                  <a:pt x="456480" y="439095"/>
                </a:lnTo>
                <a:lnTo>
                  <a:pt x="451304" y="445487"/>
                </a:lnTo>
                <a:lnTo>
                  <a:pt x="445488" y="451303"/>
                </a:lnTo>
                <a:lnTo>
                  <a:pt x="439095" y="456479"/>
                </a:lnTo>
                <a:lnTo>
                  <a:pt x="432197" y="460959"/>
                </a:lnTo>
                <a:lnTo>
                  <a:pt x="424868" y="464693"/>
                </a:lnTo>
                <a:lnTo>
                  <a:pt x="417189" y="467641"/>
                </a:lnTo>
                <a:lnTo>
                  <a:pt x="409244" y="469770"/>
                </a:lnTo>
                <a:lnTo>
                  <a:pt x="401120" y="471057"/>
                </a:lnTo>
                <a:lnTo>
                  <a:pt x="392906" y="471487"/>
                </a:lnTo>
                <a:lnTo>
                  <a:pt x="392906" y="471487"/>
                </a:lnTo>
                <a:lnTo>
                  <a:pt x="385048" y="471487"/>
                </a:lnTo>
                <a:lnTo>
                  <a:pt x="377190" y="471487"/>
                </a:lnTo>
                <a:lnTo>
                  <a:pt x="369332" y="471487"/>
                </a:lnTo>
                <a:lnTo>
                  <a:pt x="361474" y="471487"/>
                </a:lnTo>
                <a:lnTo>
                  <a:pt x="353616" y="471487"/>
                </a:lnTo>
                <a:lnTo>
                  <a:pt x="345758" y="471487"/>
                </a:lnTo>
                <a:lnTo>
                  <a:pt x="337900" y="471487"/>
                </a:lnTo>
                <a:lnTo>
                  <a:pt x="330042" y="471487"/>
                </a:lnTo>
                <a:lnTo>
                  <a:pt x="322183" y="471487"/>
                </a:lnTo>
                <a:lnTo>
                  <a:pt x="314325" y="471487"/>
                </a:lnTo>
                <a:lnTo>
                  <a:pt x="306467" y="471487"/>
                </a:lnTo>
                <a:lnTo>
                  <a:pt x="298609" y="471487"/>
                </a:lnTo>
                <a:lnTo>
                  <a:pt x="290751" y="471487"/>
                </a:lnTo>
                <a:lnTo>
                  <a:pt x="282893" y="471487"/>
                </a:lnTo>
                <a:lnTo>
                  <a:pt x="275035" y="471487"/>
                </a:lnTo>
                <a:lnTo>
                  <a:pt x="267176" y="471487"/>
                </a:lnTo>
                <a:lnTo>
                  <a:pt x="259318" y="471487"/>
                </a:lnTo>
                <a:lnTo>
                  <a:pt x="251460" y="471487"/>
                </a:lnTo>
                <a:lnTo>
                  <a:pt x="243602" y="471487"/>
                </a:lnTo>
                <a:lnTo>
                  <a:pt x="235744" y="471487"/>
                </a:lnTo>
                <a:lnTo>
                  <a:pt x="227886" y="471487"/>
                </a:lnTo>
                <a:lnTo>
                  <a:pt x="220028" y="471487"/>
                </a:lnTo>
                <a:lnTo>
                  <a:pt x="212170" y="471487"/>
                </a:lnTo>
                <a:lnTo>
                  <a:pt x="204312" y="471487"/>
                </a:lnTo>
                <a:lnTo>
                  <a:pt x="196453" y="471487"/>
                </a:lnTo>
                <a:lnTo>
                  <a:pt x="188595" y="471487"/>
                </a:lnTo>
                <a:lnTo>
                  <a:pt x="180737" y="471487"/>
                </a:lnTo>
                <a:lnTo>
                  <a:pt x="172879" y="471487"/>
                </a:lnTo>
                <a:lnTo>
                  <a:pt x="165021" y="471487"/>
                </a:lnTo>
                <a:lnTo>
                  <a:pt x="157163" y="471487"/>
                </a:lnTo>
                <a:lnTo>
                  <a:pt x="149305" y="471487"/>
                </a:lnTo>
                <a:lnTo>
                  <a:pt x="141446" y="471487"/>
                </a:lnTo>
                <a:lnTo>
                  <a:pt x="133588" y="471487"/>
                </a:lnTo>
                <a:lnTo>
                  <a:pt x="125730" y="471487"/>
                </a:lnTo>
                <a:lnTo>
                  <a:pt x="117872" y="471487"/>
                </a:lnTo>
                <a:lnTo>
                  <a:pt x="110014" y="471487"/>
                </a:lnTo>
                <a:lnTo>
                  <a:pt x="102156" y="471487"/>
                </a:lnTo>
                <a:lnTo>
                  <a:pt x="94298" y="471487"/>
                </a:lnTo>
                <a:lnTo>
                  <a:pt x="86440" y="471487"/>
                </a:lnTo>
                <a:lnTo>
                  <a:pt x="78582" y="471487"/>
                </a:lnTo>
                <a:lnTo>
                  <a:pt x="78582" y="471487"/>
                </a:lnTo>
                <a:lnTo>
                  <a:pt x="70368" y="471057"/>
                </a:lnTo>
                <a:lnTo>
                  <a:pt x="62244" y="469770"/>
                </a:lnTo>
                <a:lnTo>
                  <a:pt x="54299" y="467641"/>
                </a:lnTo>
                <a:lnTo>
                  <a:pt x="46620" y="464693"/>
                </a:lnTo>
                <a:lnTo>
                  <a:pt x="39291" y="460959"/>
                </a:lnTo>
                <a:lnTo>
                  <a:pt x="32393" y="456479"/>
                </a:lnTo>
                <a:lnTo>
                  <a:pt x="26000" y="451303"/>
                </a:lnTo>
                <a:lnTo>
                  <a:pt x="20184" y="445487"/>
                </a:lnTo>
                <a:lnTo>
                  <a:pt x="15008" y="439095"/>
                </a:lnTo>
                <a:lnTo>
                  <a:pt x="10528" y="432196"/>
                </a:lnTo>
                <a:lnTo>
                  <a:pt x="6794" y="424868"/>
                </a:lnTo>
                <a:lnTo>
                  <a:pt x="3846" y="417189"/>
                </a:lnTo>
                <a:lnTo>
                  <a:pt x="1717" y="409244"/>
                </a:lnTo>
                <a:lnTo>
                  <a:pt x="431" y="401120"/>
                </a:lnTo>
                <a:lnTo>
                  <a:pt x="0" y="392906"/>
                </a:lnTo>
                <a:lnTo>
                  <a:pt x="0" y="392906"/>
                </a:lnTo>
                <a:lnTo>
                  <a:pt x="0" y="384968"/>
                </a:lnTo>
                <a:lnTo>
                  <a:pt x="0" y="377031"/>
                </a:lnTo>
                <a:lnTo>
                  <a:pt x="0" y="369093"/>
                </a:lnTo>
                <a:lnTo>
                  <a:pt x="0" y="361156"/>
                </a:lnTo>
                <a:lnTo>
                  <a:pt x="0" y="353218"/>
                </a:lnTo>
                <a:lnTo>
                  <a:pt x="0" y="345281"/>
                </a:lnTo>
                <a:lnTo>
                  <a:pt x="0" y="337343"/>
                </a:lnTo>
                <a:lnTo>
                  <a:pt x="0" y="329406"/>
                </a:lnTo>
                <a:lnTo>
                  <a:pt x="0" y="321468"/>
                </a:lnTo>
                <a:lnTo>
                  <a:pt x="0" y="313531"/>
                </a:lnTo>
                <a:lnTo>
                  <a:pt x="0" y="305593"/>
                </a:lnTo>
                <a:lnTo>
                  <a:pt x="0" y="297656"/>
                </a:lnTo>
                <a:lnTo>
                  <a:pt x="0" y="289718"/>
                </a:lnTo>
                <a:lnTo>
                  <a:pt x="0" y="281781"/>
                </a:lnTo>
                <a:lnTo>
                  <a:pt x="0" y="273843"/>
                </a:lnTo>
                <a:lnTo>
                  <a:pt x="0" y="265906"/>
                </a:lnTo>
                <a:lnTo>
                  <a:pt x="0" y="257968"/>
                </a:lnTo>
                <a:lnTo>
                  <a:pt x="0" y="250031"/>
                </a:lnTo>
                <a:lnTo>
                  <a:pt x="0" y="242093"/>
                </a:lnTo>
                <a:lnTo>
                  <a:pt x="0" y="234156"/>
                </a:lnTo>
                <a:lnTo>
                  <a:pt x="0" y="226218"/>
                </a:lnTo>
                <a:lnTo>
                  <a:pt x="0" y="218281"/>
                </a:lnTo>
                <a:lnTo>
                  <a:pt x="0" y="210343"/>
                </a:lnTo>
                <a:lnTo>
                  <a:pt x="0" y="202406"/>
                </a:lnTo>
                <a:lnTo>
                  <a:pt x="0" y="194468"/>
                </a:lnTo>
                <a:lnTo>
                  <a:pt x="0" y="186531"/>
                </a:lnTo>
                <a:lnTo>
                  <a:pt x="0" y="178593"/>
                </a:lnTo>
                <a:lnTo>
                  <a:pt x="0" y="170656"/>
                </a:lnTo>
                <a:lnTo>
                  <a:pt x="0" y="162718"/>
                </a:lnTo>
                <a:lnTo>
                  <a:pt x="0" y="154781"/>
                </a:lnTo>
                <a:lnTo>
                  <a:pt x="0" y="146843"/>
                </a:lnTo>
                <a:lnTo>
                  <a:pt x="0" y="138906"/>
                </a:lnTo>
                <a:lnTo>
                  <a:pt x="0" y="130968"/>
                </a:lnTo>
                <a:lnTo>
                  <a:pt x="0" y="130968"/>
                </a:lnTo>
                <a:lnTo>
                  <a:pt x="431" y="122754"/>
                </a:lnTo>
                <a:lnTo>
                  <a:pt x="1717" y="114630"/>
                </a:lnTo>
                <a:lnTo>
                  <a:pt x="3846" y="106685"/>
                </a:lnTo>
                <a:lnTo>
                  <a:pt x="6794" y="99006"/>
                </a:lnTo>
                <a:lnTo>
                  <a:pt x="10528" y="91678"/>
                </a:lnTo>
                <a:lnTo>
                  <a:pt x="15008" y="84779"/>
                </a:lnTo>
                <a:lnTo>
                  <a:pt x="20184" y="78387"/>
                </a:lnTo>
                <a:lnTo>
                  <a:pt x="26000" y="72571"/>
                </a:lnTo>
                <a:lnTo>
                  <a:pt x="32393" y="67395"/>
                </a:lnTo>
                <a:lnTo>
                  <a:pt x="39291" y="62915"/>
                </a:lnTo>
                <a:lnTo>
                  <a:pt x="46620" y="59181"/>
                </a:lnTo>
                <a:lnTo>
                  <a:pt x="54299" y="56233"/>
                </a:lnTo>
                <a:lnTo>
                  <a:pt x="62244" y="54104"/>
                </a:lnTo>
                <a:lnTo>
                  <a:pt x="70368" y="52817"/>
                </a:lnTo>
                <a:lnTo>
                  <a:pt x="78582" y="52387"/>
                </a:lnTo>
                <a:moveTo>
                  <a:pt x="0" y="183356"/>
                </a:moveTo>
                <a:lnTo>
                  <a:pt x="7858" y="183356"/>
                </a:lnTo>
                <a:lnTo>
                  <a:pt x="15716" y="183356"/>
                </a:lnTo>
                <a:lnTo>
                  <a:pt x="23575" y="183356"/>
                </a:lnTo>
                <a:lnTo>
                  <a:pt x="31433" y="183356"/>
                </a:lnTo>
                <a:lnTo>
                  <a:pt x="39291" y="183356"/>
                </a:lnTo>
                <a:lnTo>
                  <a:pt x="47149" y="183356"/>
                </a:lnTo>
                <a:lnTo>
                  <a:pt x="55007" y="183356"/>
                </a:lnTo>
                <a:lnTo>
                  <a:pt x="62865" y="183356"/>
                </a:lnTo>
                <a:lnTo>
                  <a:pt x="70723" y="183356"/>
                </a:lnTo>
                <a:lnTo>
                  <a:pt x="78582" y="183356"/>
                </a:lnTo>
                <a:lnTo>
                  <a:pt x="86440" y="183356"/>
                </a:lnTo>
                <a:lnTo>
                  <a:pt x="94298" y="183356"/>
                </a:lnTo>
                <a:lnTo>
                  <a:pt x="102156" y="183356"/>
                </a:lnTo>
                <a:lnTo>
                  <a:pt x="110014" y="183356"/>
                </a:lnTo>
                <a:lnTo>
                  <a:pt x="117872" y="183356"/>
                </a:lnTo>
                <a:lnTo>
                  <a:pt x="125730" y="183356"/>
                </a:lnTo>
                <a:lnTo>
                  <a:pt x="133588" y="183356"/>
                </a:lnTo>
                <a:lnTo>
                  <a:pt x="141446" y="183356"/>
                </a:lnTo>
                <a:lnTo>
                  <a:pt x="149305" y="183356"/>
                </a:lnTo>
                <a:lnTo>
                  <a:pt x="157163" y="183356"/>
                </a:lnTo>
                <a:lnTo>
                  <a:pt x="165021" y="183356"/>
                </a:lnTo>
                <a:lnTo>
                  <a:pt x="172879" y="183356"/>
                </a:lnTo>
                <a:lnTo>
                  <a:pt x="180737" y="183356"/>
                </a:lnTo>
                <a:lnTo>
                  <a:pt x="188595" y="183356"/>
                </a:lnTo>
                <a:lnTo>
                  <a:pt x="196453" y="183356"/>
                </a:lnTo>
                <a:lnTo>
                  <a:pt x="204312" y="183356"/>
                </a:lnTo>
                <a:lnTo>
                  <a:pt x="212170" y="183356"/>
                </a:lnTo>
                <a:lnTo>
                  <a:pt x="220028" y="183356"/>
                </a:lnTo>
                <a:lnTo>
                  <a:pt x="227886" y="183356"/>
                </a:lnTo>
                <a:lnTo>
                  <a:pt x="235744" y="183356"/>
                </a:lnTo>
                <a:lnTo>
                  <a:pt x="243602" y="183356"/>
                </a:lnTo>
                <a:lnTo>
                  <a:pt x="251460" y="183356"/>
                </a:lnTo>
                <a:lnTo>
                  <a:pt x="259318" y="183356"/>
                </a:lnTo>
                <a:lnTo>
                  <a:pt x="267176" y="183356"/>
                </a:lnTo>
                <a:lnTo>
                  <a:pt x="275035" y="183356"/>
                </a:lnTo>
                <a:lnTo>
                  <a:pt x="282893" y="183356"/>
                </a:lnTo>
                <a:lnTo>
                  <a:pt x="290751" y="183356"/>
                </a:lnTo>
                <a:lnTo>
                  <a:pt x="298609" y="183356"/>
                </a:lnTo>
                <a:lnTo>
                  <a:pt x="306467" y="183356"/>
                </a:lnTo>
                <a:lnTo>
                  <a:pt x="314325" y="183356"/>
                </a:lnTo>
                <a:lnTo>
                  <a:pt x="322183" y="183356"/>
                </a:lnTo>
                <a:lnTo>
                  <a:pt x="330042" y="183356"/>
                </a:lnTo>
                <a:lnTo>
                  <a:pt x="337900" y="183356"/>
                </a:lnTo>
                <a:lnTo>
                  <a:pt x="345758" y="183356"/>
                </a:lnTo>
                <a:lnTo>
                  <a:pt x="353616" y="183356"/>
                </a:lnTo>
                <a:lnTo>
                  <a:pt x="361474" y="183356"/>
                </a:lnTo>
                <a:lnTo>
                  <a:pt x="369332" y="183356"/>
                </a:lnTo>
                <a:lnTo>
                  <a:pt x="377190" y="183356"/>
                </a:lnTo>
                <a:lnTo>
                  <a:pt x="385048" y="183356"/>
                </a:lnTo>
                <a:lnTo>
                  <a:pt x="392906" y="183356"/>
                </a:lnTo>
                <a:lnTo>
                  <a:pt x="400765" y="183356"/>
                </a:lnTo>
                <a:lnTo>
                  <a:pt x="408623" y="183356"/>
                </a:lnTo>
                <a:lnTo>
                  <a:pt x="416481" y="183356"/>
                </a:lnTo>
                <a:lnTo>
                  <a:pt x="424339" y="183356"/>
                </a:lnTo>
                <a:lnTo>
                  <a:pt x="432197" y="183356"/>
                </a:lnTo>
                <a:lnTo>
                  <a:pt x="440055" y="183356"/>
                </a:lnTo>
                <a:lnTo>
                  <a:pt x="447913" y="183356"/>
                </a:lnTo>
                <a:lnTo>
                  <a:pt x="455772" y="183356"/>
                </a:lnTo>
                <a:lnTo>
                  <a:pt x="463630" y="183356"/>
                </a:lnTo>
                <a:lnTo>
                  <a:pt x="471488" y="183356"/>
                </a:lnTo>
                <a:moveTo>
                  <a:pt x="130969" y="0"/>
                </a:moveTo>
                <a:lnTo>
                  <a:pt x="130969" y="8059"/>
                </a:lnTo>
                <a:lnTo>
                  <a:pt x="130969" y="16119"/>
                </a:lnTo>
                <a:lnTo>
                  <a:pt x="130969" y="24178"/>
                </a:lnTo>
                <a:lnTo>
                  <a:pt x="130969" y="32238"/>
                </a:lnTo>
                <a:lnTo>
                  <a:pt x="130969" y="40298"/>
                </a:lnTo>
                <a:lnTo>
                  <a:pt x="130969" y="48357"/>
                </a:lnTo>
                <a:lnTo>
                  <a:pt x="130969" y="56417"/>
                </a:lnTo>
                <a:lnTo>
                  <a:pt x="130969" y="64476"/>
                </a:lnTo>
                <a:lnTo>
                  <a:pt x="130969" y="72536"/>
                </a:lnTo>
                <a:lnTo>
                  <a:pt x="130969" y="80596"/>
                </a:lnTo>
                <a:lnTo>
                  <a:pt x="130969" y="88655"/>
                </a:lnTo>
                <a:lnTo>
                  <a:pt x="130969" y="96715"/>
                </a:lnTo>
                <a:lnTo>
                  <a:pt x="130969" y="104775"/>
                </a:lnTo>
                <a:moveTo>
                  <a:pt x="340519" y="0"/>
                </a:moveTo>
                <a:lnTo>
                  <a:pt x="340519" y="8059"/>
                </a:lnTo>
                <a:lnTo>
                  <a:pt x="340519" y="16119"/>
                </a:lnTo>
                <a:lnTo>
                  <a:pt x="340519" y="24178"/>
                </a:lnTo>
                <a:lnTo>
                  <a:pt x="340519" y="32238"/>
                </a:lnTo>
                <a:lnTo>
                  <a:pt x="340519" y="40298"/>
                </a:lnTo>
                <a:lnTo>
                  <a:pt x="340519" y="48357"/>
                </a:lnTo>
                <a:lnTo>
                  <a:pt x="340519" y="56417"/>
                </a:lnTo>
                <a:lnTo>
                  <a:pt x="340519" y="64476"/>
                </a:lnTo>
                <a:lnTo>
                  <a:pt x="340519" y="72536"/>
                </a:lnTo>
                <a:lnTo>
                  <a:pt x="340519" y="80596"/>
                </a:lnTo>
                <a:lnTo>
                  <a:pt x="340519" y="88655"/>
                </a:lnTo>
                <a:lnTo>
                  <a:pt x="340519" y="96715"/>
                </a:lnTo>
                <a:lnTo>
                  <a:pt x="340519" y="104775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650927" y="5033486"/>
            <a:ext cx="4985147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Shape Expert Network 2026</a:t>
            </a:r>
          </a:p>
        </p:txBody>
      </p:sp>
      <p:sp>
        <p:nvSpPr>
          <p:cNvPr id="5" name="Highlight"/>
          <p:cNvSpPr/>
          <p:nvPr/>
        </p:nvSpPr>
        <p:spPr>
          <a:xfrm>
            <a:off x="4797475" y="6884194"/>
            <a:ext cx="3291185" cy="777240"/>
          </a:xfrm>
          <a:prstGeom prst="roundRect">
            <a:avLst>
              <a:gd name="adj" fmla="val 19607"/>
            </a:avLst>
          </a:prstGeom>
          <a:solidFill>
            <a:srgbClr val="4B7B9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ks"/>
          <p:cNvSpPr txBox="1"/>
          <p:nvPr/>
        </p:nvSpPr>
        <p:spPr>
          <a:xfrm>
            <a:off x="762000" y="5901214"/>
            <a:ext cx="8763000" cy="1798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080"/>
              </a:lnSpc>
            </a:pPr>
            <a:r>
              <a:rPr b="0" i="0" sz="6000">
                <a:solidFill>
                  <a:srgbClr val="FFFFFF"/>
                </a:solidFill>
                <a:latin typeface="Poppins ExtraBold"/>
              </a:rPr>
              <a:t>Rangkaian 2026</a:t>
            </a:r>
            <a:br/>
            <a:r>
              <a:rPr b="0" i="0" sz="6000">
                <a:solidFill>
                  <a:srgbClr val="FFFFFF"/>
                </a:solidFill>
                <a:latin typeface="Poppins ExtraBold"/>
              </a:rPr>
              <a:t>Resmi  Ditutup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8042434"/>
            <a:ext cx="8191500" cy="11734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Terima kasih sudah jadi bagian dari perjalanan ini.</a:t>
            </a:r>
          </a:p>
        </p:txBody>
      </p:sp>
      <p:sp>
        <p:nvSpPr>
          <p:cNvPr id="8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0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2990660"/>
            <a:ext cx="8763000" cy="876681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6903"/>
              </a:lnSpc>
            </a:pPr>
            <a:r>
              <a:rPr b="0" i="0" sz="5850">
                <a:solidFill>
                  <a:srgbClr val="FFFFFF"/>
                </a:solidFill>
                <a:latin typeface="Poppins ExtraBold"/>
              </a:rPr>
              <a:t>Perjalanan 2026</a:t>
            </a:r>
          </a:p>
        </p:txBody>
      </p:sp>
      <p:sp>
        <p:nvSpPr>
          <p:cNvPr id="3" name="Garis timeline"/>
          <p:cNvSpPr/>
          <p:nvPr/>
        </p:nvSpPr>
        <p:spPr>
          <a:xfrm>
            <a:off x="971550" y="4400740"/>
            <a:ext cx="57150" cy="5086350"/>
          </a:xfrm>
          <a:prstGeom prst="roundRect">
            <a:avLst>
              <a:gd name="adj" fmla="val 50000"/>
            </a:avLst>
          </a:prstGeom>
          <a:solidFill>
            <a:srgbClr val="FFFFFF">
              <a:alpha val="35000"/>
            </a:srgbClr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Langkah 1"/>
          <p:cNvSpPr/>
          <p:nvPr/>
        </p:nvSpPr>
        <p:spPr>
          <a:xfrm>
            <a:off x="1428750" y="4210240"/>
            <a:ext cx="8096250" cy="1181100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28575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itik"/>
          <p:cNvSpPr/>
          <p:nvPr/>
        </p:nvSpPr>
        <p:spPr>
          <a:xfrm>
            <a:off x="857250" y="4638866"/>
            <a:ext cx="323850" cy="3238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7B9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52600" y="4381690"/>
            <a:ext cx="74485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b="0" i="0" sz="2250">
                <a:solidFill>
                  <a:srgbClr val="FFFFFF">
                    <a:alpha val="75000"/>
                  </a:srgbClr>
                </a:solidFill>
                <a:latin typeface="Poppins Medium"/>
              </a:rPr>
              <a:t>September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52600" y="4724590"/>
            <a:ext cx="74485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Sesi 1 · Kickoff</a:t>
            </a:r>
          </a:p>
        </p:txBody>
      </p:sp>
      <p:sp>
        <p:nvSpPr>
          <p:cNvPr id="8" name="Langkah 2"/>
          <p:cNvSpPr/>
          <p:nvPr/>
        </p:nvSpPr>
        <p:spPr>
          <a:xfrm>
            <a:off x="1428750" y="5638990"/>
            <a:ext cx="8096250" cy="1181100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28575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itik"/>
          <p:cNvSpPr/>
          <p:nvPr/>
        </p:nvSpPr>
        <p:spPr>
          <a:xfrm>
            <a:off x="857250" y="6067616"/>
            <a:ext cx="323850" cy="3238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7B9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752600" y="5810440"/>
            <a:ext cx="74485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b="0" i="0" sz="2250">
                <a:solidFill>
                  <a:srgbClr val="FFFFFF">
                    <a:alpha val="75000"/>
                  </a:srgbClr>
                </a:solidFill>
                <a:latin typeface="Poppins Medium"/>
              </a:rPr>
              <a:t>Oktober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2600" y="6153340"/>
            <a:ext cx="74485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Sesi 2-3 · Health</a:t>
            </a:r>
          </a:p>
        </p:txBody>
      </p:sp>
      <p:sp>
        <p:nvSpPr>
          <p:cNvPr id="12" name="Langkah 3"/>
          <p:cNvSpPr/>
          <p:nvPr/>
        </p:nvSpPr>
        <p:spPr>
          <a:xfrm>
            <a:off x="1428750" y="7067740"/>
            <a:ext cx="8096250" cy="1181100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28575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itik"/>
          <p:cNvSpPr/>
          <p:nvPr/>
        </p:nvSpPr>
        <p:spPr>
          <a:xfrm>
            <a:off x="857250" y="7496366"/>
            <a:ext cx="323850" cy="3238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7B9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52600" y="7239190"/>
            <a:ext cx="74485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b="0" i="0" sz="2250">
                <a:solidFill>
                  <a:srgbClr val="FFFFFF">
                    <a:alpha val="75000"/>
                  </a:srgbClr>
                </a:solidFill>
                <a:latin typeface="Poppins Medium"/>
              </a:rPr>
              <a:t>November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2600" y="7582090"/>
            <a:ext cx="74485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Sesi 4 · Longevity</a:t>
            </a:r>
          </a:p>
        </p:txBody>
      </p:sp>
      <p:sp>
        <p:nvSpPr>
          <p:cNvPr id="16" name="Langkah 4"/>
          <p:cNvSpPr/>
          <p:nvPr/>
        </p:nvSpPr>
        <p:spPr>
          <a:xfrm>
            <a:off x="1428750" y="8496490"/>
            <a:ext cx="8096250" cy="1181100"/>
          </a:xfrm>
          <a:prstGeom prst="roundRect">
            <a:avLst>
              <a:gd name="adj" fmla="val 29032"/>
            </a:avLst>
          </a:prstGeom>
          <a:solidFill>
            <a:srgbClr val="FFFFFF">
              <a:alpha val="8000"/>
            </a:srgbClr>
          </a:solidFill>
          <a:ln w="28575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itik"/>
          <p:cNvSpPr/>
          <p:nvPr/>
        </p:nvSpPr>
        <p:spPr>
          <a:xfrm>
            <a:off x="857250" y="8925116"/>
            <a:ext cx="323850" cy="323850"/>
          </a:xfrm>
          <a:prstGeom prst="ellipse">
            <a:avLst/>
          </a:prstGeom>
          <a:solidFill>
            <a:srgbClr val="FFFFFF"/>
          </a:solidFill>
          <a:ln w="76200">
            <a:solidFill>
              <a:srgbClr val="4B7B98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752600" y="8667940"/>
            <a:ext cx="7448550" cy="3429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700"/>
              </a:lnSpc>
            </a:pPr>
            <a:r>
              <a:rPr b="0" i="0" sz="2250">
                <a:solidFill>
                  <a:srgbClr val="FFFFFF">
                    <a:alpha val="75000"/>
                  </a:srgbClr>
                </a:solidFill>
                <a:latin typeface="Poppins Medium"/>
              </a:rPr>
              <a:t>Desember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2600" y="9010840"/>
            <a:ext cx="7448550" cy="533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3600"/>
              </a:lnSpc>
            </a:pPr>
            <a:r>
              <a:rPr b="1" i="0" sz="3000">
                <a:solidFill>
                  <a:srgbClr val="FFFFFF"/>
                </a:solidFill>
                <a:latin typeface="Poppins"/>
              </a:rPr>
              <a:t>Sesi 5-7 · Aesthetics, Bonus, Closing</a:t>
            </a:r>
          </a:p>
        </p:txBody>
      </p:sp>
      <p:sp>
        <p:nvSpPr>
          <p:cNvPr id="20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" dur="7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8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7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7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7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7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7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7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7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7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7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7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7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7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7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7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otak"/>
          <p:cNvSpPr/>
          <p:nvPr/>
        </p:nvSpPr>
        <p:spPr>
          <a:xfrm>
            <a:off x="762000" y="2000250"/>
            <a:ext cx="8763000" cy="8382952"/>
          </a:xfrm>
          <a:prstGeom prst="roundRect">
            <a:avLst>
              <a:gd name="adj" fmla="val 7271"/>
            </a:avLst>
          </a:prstGeom>
          <a:solidFill>
            <a:srgbClr val="FFFFFF">
              <a:alpha val="8000"/>
            </a:srgbClr>
          </a:solidFill>
          <a:ln w="38100">
            <a:solidFill>
              <a:srgbClr val="FFFFFF">
                <a:alpha val="55000"/>
              </a:srgbClr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Kotak"/>
          <p:cNvSpPr/>
          <p:nvPr/>
        </p:nvSpPr>
        <p:spPr>
          <a:xfrm>
            <a:off x="1333500" y="2533650"/>
            <a:ext cx="7620000" cy="4592002"/>
          </a:xfrm>
          <a:prstGeom prst="roundRect">
            <a:avLst>
              <a:gd name="adj" fmla="val 8297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990850"/>
            <a:ext cx="2282130" cy="656272"/>
          </a:xfrm>
          <a:prstGeom prst="roundRect">
            <a:avLst>
              <a:gd name="adj" fmla="val 34833"/>
            </a:avLst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967"/>
              </a:lnSpc>
            </a:pPr>
            <a:r>
              <a:rPr b="1" i="0" sz="3450">
                <a:solidFill>
                  <a:srgbClr val="0B233D"/>
                </a:solidFill>
                <a:latin typeface="Poppins"/>
              </a:rPr>
              <a:t>Momen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94772"/>
            <a:ext cx="6629400" cy="2773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5459"/>
              </a:lnSpc>
            </a:pPr>
            <a:r>
              <a:rPr b="0" i="0" sz="3900">
                <a:solidFill>
                  <a:srgbClr val="FFFFFF"/>
                </a:solidFill>
                <a:latin typeface="Poppins Medium"/>
              </a:rPr>
              <a:t>Terima kasih untuk semua yang hadir, bertanya, dan mendukung.</a:t>
            </a:r>
          </a:p>
        </p:txBody>
      </p:sp>
      <p:sp>
        <p:nvSpPr>
          <p:cNvPr id="6" name="Placeholder aset"/>
          <p:cNvSpPr/>
          <p:nvPr/>
        </p:nvSpPr>
        <p:spPr>
          <a:xfrm>
            <a:off x="1333500" y="7468552"/>
            <a:ext cx="7620000" cy="2381250"/>
          </a:xfrm>
          <a:prstGeom prst="roundRect">
            <a:avLst>
              <a:gd name="adj" fmla="val 16000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KOLASE FOTO DOKUMENTASI ASLI per bulan (Sep-Des). Bukan stock</a:t>
            </a:r>
          </a:p>
        </p:txBody>
      </p:sp>
      <p:sp>
        <p:nvSpPr>
          <p:cNvPr id="7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53" presetClass="entr" presetSubtype="16" fill="hold" grpId="0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0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4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47455" y="2127599"/>
            <a:ext cx="3392091" cy="524828"/>
          </a:xfrm>
          <a:prstGeom prst="roundRect">
            <a:avLst>
              <a:gd name="adj" fmla="val 50000"/>
            </a:avLst>
          </a:prstGeom>
          <a:noFill/>
          <a:ln w="28575">
            <a:solidFill>
              <a:srgbClr val="FFFFFF"/>
            </a:solidFill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2932"/>
              </a:lnSpc>
            </a:pPr>
            <a:r>
              <a:rPr b="0" i="0" sz="2550">
                <a:solidFill>
                  <a:srgbClr val="FFFFFF"/>
                </a:solidFill>
                <a:latin typeface="Poppins Medium"/>
              </a:rPr>
              <a:t>Sampai jumpa di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2995327"/>
            <a:ext cx="8763000" cy="21579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8496"/>
              </a:lnSpc>
            </a:pPr>
            <a:r>
              <a:rPr b="0" i="0" sz="7200">
                <a:solidFill>
                  <a:srgbClr val="FFFFFF"/>
                </a:solidFill>
                <a:latin typeface="Poppins ExtraBold"/>
              </a:rPr>
              <a:t>Shape Indonesia</a:t>
            </a:r>
            <a:br/>
            <a:r>
              <a:rPr b="0" i="0" sz="7200">
                <a:solidFill>
                  <a:srgbClr val="FFFFFF"/>
                </a:solidFill>
                <a:latin typeface="Poppins ExtraBold"/>
              </a:rPr>
              <a:t>Expo 2027</a:t>
            </a:r>
          </a:p>
        </p:txBody>
      </p:sp>
      <p:sp>
        <p:nvSpPr>
          <p:cNvPr id="4" name="Kotak"/>
          <p:cNvSpPr/>
          <p:nvPr/>
        </p:nvSpPr>
        <p:spPr>
          <a:xfrm>
            <a:off x="762000" y="5496211"/>
            <a:ext cx="8763000" cy="1272540"/>
          </a:xfrm>
          <a:prstGeom prst="roundRect">
            <a:avLst>
              <a:gd name="adj" fmla="val 29940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5839111"/>
            <a:ext cx="7772400" cy="5867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4620"/>
              </a:lnSpc>
            </a:pPr>
            <a:r>
              <a:rPr b="0" i="0" sz="3300">
                <a:solidFill>
                  <a:srgbClr val="FFFFFF"/>
                </a:solidFill>
                <a:latin typeface="Poppins Medium"/>
              </a:rPr>
              <a:t>NICE PIK 2</a:t>
            </a:r>
          </a:p>
        </p:txBody>
      </p:sp>
      <p:sp>
        <p:nvSpPr>
          <p:cNvPr id="6" name="Bulatan kalender"/>
          <p:cNvSpPr/>
          <p:nvPr/>
        </p:nvSpPr>
        <p:spPr>
          <a:xfrm>
            <a:off x="1536204" y="7111651"/>
            <a:ext cx="990600" cy="9906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Ikon calendar"/>
          <p:cNvSpPr/>
          <p:nvPr/>
        </p:nvSpPr>
        <p:spPr>
          <a:xfrm>
            <a:off x="1845766" y="7421213"/>
            <a:ext cx="371475" cy="371475"/>
          </a:xfrm>
          <a:custGeom>
            <a:avLst/>
            <a:gdLst/>
            <a:ahLst/>
            <a:cxnLst/>
            <a:rect l="l" t="t" r="r" b="b"/>
            <a:pathLst>
              <a:path w="371475" h="371475">
                <a:moveTo>
                  <a:pt x="61913" y="41275"/>
                </a:moveTo>
                <a:lnTo>
                  <a:pt x="68104" y="41275"/>
                </a:lnTo>
                <a:lnTo>
                  <a:pt x="74295" y="41275"/>
                </a:lnTo>
                <a:lnTo>
                  <a:pt x="80487" y="41275"/>
                </a:lnTo>
                <a:lnTo>
                  <a:pt x="86678" y="41275"/>
                </a:lnTo>
                <a:lnTo>
                  <a:pt x="92869" y="41275"/>
                </a:lnTo>
                <a:lnTo>
                  <a:pt x="99060" y="41275"/>
                </a:lnTo>
                <a:lnTo>
                  <a:pt x="105252" y="41275"/>
                </a:lnTo>
                <a:lnTo>
                  <a:pt x="111443" y="41275"/>
                </a:lnTo>
                <a:lnTo>
                  <a:pt x="117634" y="41275"/>
                </a:lnTo>
                <a:lnTo>
                  <a:pt x="123825" y="41275"/>
                </a:lnTo>
                <a:lnTo>
                  <a:pt x="130017" y="41275"/>
                </a:lnTo>
                <a:lnTo>
                  <a:pt x="136208" y="41275"/>
                </a:lnTo>
                <a:lnTo>
                  <a:pt x="142399" y="41275"/>
                </a:lnTo>
                <a:lnTo>
                  <a:pt x="148590" y="41275"/>
                </a:lnTo>
                <a:lnTo>
                  <a:pt x="154782" y="41275"/>
                </a:lnTo>
                <a:lnTo>
                  <a:pt x="160973" y="41275"/>
                </a:lnTo>
                <a:lnTo>
                  <a:pt x="167164" y="41275"/>
                </a:lnTo>
                <a:lnTo>
                  <a:pt x="173355" y="41275"/>
                </a:lnTo>
                <a:lnTo>
                  <a:pt x="179547" y="41275"/>
                </a:lnTo>
                <a:lnTo>
                  <a:pt x="185738" y="41275"/>
                </a:lnTo>
                <a:lnTo>
                  <a:pt x="191929" y="41275"/>
                </a:lnTo>
                <a:lnTo>
                  <a:pt x="198120" y="41275"/>
                </a:lnTo>
                <a:lnTo>
                  <a:pt x="204312" y="41275"/>
                </a:lnTo>
                <a:lnTo>
                  <a:pt x="210503" y="41275"/>
                </a:lnTo>
                <a:lnTo>
                  <a:pt x="216694" y="41275"/>
                </a:lnTo>
                <a:lnTo>
                  <a:pt x="222885" y="41275"/>
                </a:lnTo>
                <a:lnTo>
                  <a:pt x="229077" y="41275"/>
                </a:lnTo>
                <a:lnTo>
                  <a:pt x="235268" y="41275"/>
                </a:lnTo>
                <a:lnTo>
                  <a:pt x="241459" y="41275"/>
                </a:lnTo>
                <a:lnTo>
                  <a:pt x="247650" y="41275"/>
                </a:lnTo>
                <a:lnTo>
                  <a:pt x="253842" y="41275"/>
                </a:lnTo>
                <a:lnTo>
                  <a:pt x="260033" y="41275"/>
                </a:lnTo>
                <a:lnTo>
                  <a:pt x="266224" y="41275"/>
                </a:lnTo>
                <a:lnTo>
                  <a:pt x="272415" y="41275"/>
                </a:lnTo>
                <a:lnTo>
                  <a:pt x="278607" y="41275"/>
                </a:lnTo>
                <a:lnTo>
                  <a:pt x="284798" y="41275"/>
                </a:lnTo>
                <a:lnTo>
                  <a:pt x="290989" y="41275"/>
                </a:lnTo>
                <a:lnTo>
                  <a:pt x="297180" y="41275"/>
                </a:lnTo>
                <a:lnTo>
                  <a:pt x="303372" y="41275"/>
                </a:lnTo>
                <a:lnTo>
                  <a:pt x="309563" y="41275"/>
                </a:lnTo>
                <a:lnTo>
                  <a:pt x="309563" y="41275"/>
                </a:lnTo>
                <a:lnTo>
                  <a:pt x="316035" y="41614"/>
                </a:lnTo>
                <a:lnTo>
                  <a:pt x="322435" y="42628"/>
                </a:lnTo>
                <a:lnTo>
                  <a:pt x="328695" y="44305"/>
                </a:lnTo>
                <a:lnTo>
                  <a:pt x="334745" y="46628"/>
                </a:lnTo>
                <a:lnTo>
                  <a:pt x="340519" y="49570"/>
                </a:lnTo>
                <a:lnTo>
                  <a:pt x="345954" y="53099"/>
                </a:lnTo>
                <a:lnTo>
                  <a:pt x="350990" y="57178"/>
                </a:lnTo>
                <a:lnTo>
                  <a:pt x="355573" y="61760"/>
                </a:lnTo>
                <a:lnTo>
                  <a:pt x="359651" y="66796"/>
                </a:lnTo>
                <a:lnTo>
                  <a:pt x="363181" y="72231"/>
                </a:lnTo>
                <a:lnTo>
                  <a:pt x="366123" y="78006"/>
                </a:lnTo>
                <a:lnTo>
                  <a:pt x="368445" y="84056"/>
                </a:lnTo>
                <a:lnTo>
                  <a:pt x="370122" y="90315"/>
                </a:lnTo>
                <a:lnTo>
                  <a:pt x="371136" y="96716"/>
                </a:lnTo>
                <a:lnTo>
                  <a:pt x="371475" y="103188"/>
                </a:lnTo>
                <a:lnTo>
                  <a:pt x="371475" y="103188"/>
                </a:lnTo>
                <a:lnTo>
                  <a:pt x="371475" y="109442"/>
                </a:lnTo>
                <a:lnTo>
                  <a:pt x="371475" y="115695"/>
                </a:lnTo>
                <a:lnTo>
                  <a:pt x="371475" y="121949"/>
                </a:lnTo>
                <a:lnTo>
                  <a:pt x="371475" y="128203"/>
                </a:lnTo>
                <a:lnTo>
                  <a:pt x="371475" y="134457"/>
                </a:lnTo>
                <a:lnTo>
                  <a:pt x="371475" y="140710"/>
                </a:lnTo>
                <a:lnTo>
                  <a:pt x="371475" y="146964"/>
                </a:lnTo>
                <a:lnTo>
                  <a:pt x="371475" y="153218"/>
                </a:lnTo>
                <a:lnTo>
                  <a:pt x="371475" y="159472"/>
                </a:lnTo>
                <a:lnTo>
                  <a:pt x="371475" y="165726"/>
                </a:lnTo>
                <a:lnTo>
                  <a:pt x="371475" y="171979"/>
                </a:lnTo>
                <a:lnTo>
                  <a:pt x="371475" y="178233"/>
                </a:lnTo>
                <a:lnTo>
                  <a:pt x="371475" y="184487"/>
                </a:lnTo>
                <a:lnTo>
                  <a:pt x="371475" y="190741"/>
                </a:lnTo>
                <a:lnTo>
                  <a:pt x="371475" y="196995"/>
                </a:lnTo>
                <a:lnTo>
                  <a:pt x="371475" y="203248"/>
                </a:lnTo>
                <a:lnTo>
                  <a:pt x="371475" y="209502"/>
                </a:lnTo>
                <a:lnTo>
                  <a:pt x="371475" y="215756"/>
                </a:lnTo>
                <a:lnTo>
                  <a:pt x="371475" y="222010"/>
                </a:lnTo>
                <a:lnTo>
                  <a:pt x="371475" y="228264"/>
                </a:lnTo>
                <a:lnTo>
                  <a:pt x="371475" y="234517"/>
                </a:lnTo>
                <a:lnTo>
                  <a:pt x="371475" y="240771"/>
                </a:lnTo>
                <a:lnTo>
                  <a:pt x="371475" y="247025"/>
                </a:lnTo>
                <a:lnTo>
                  <a:pt x="371475" y="253279"/>
                </a:lnTo>
                <a:lnTo>
                  <a:pt x="371475" y="259532"/>
                </a:lnTo>
                <a:lnTo>
                  <a:pt x="371475" y="265786"/>
                </a:lnTo>
                <a:lnTo>
                  <a:pt x="371475" y="272040"/>
                </a:lnTo>
                <a:lnTo>
                  <a:pt x="371475" y="278294"/>
                </a:lnTo>
                <a:lnTo>
                  <a:pt x="371475" y="284548"/>
                </a:lnTo>
                <a:lnTo>
                  <a:pt x="371475" y="290801"/>
                </a:lnTo>
                <a:lnTo>
                  <a:pt x="371475" y="297055"/>
                </a:lnTo>
                <a:lnTo>
                  <a:pt x="371475" y="303309"/>
                </a:lnTo>
                <a:lnTo>
                  <a:pt x="371475" y="309563"/>
                </a:lnTo>
                <a:lnTo>
                  <a:pt x="371475" y="309563"/>
                </a:lnTo>
                <a:lnTo>
                  <a:pt x="371136" y="316034"/>
                </a:lnTo>
                <a:lnTo>
                  <a:pt x="370122" y="322435"/>
                </a:lnTo>
                <a:lnTo>
                  <a:pt x="368445" y="328695"/>
                </a:lnTo>
                <a:lnTo>
                  <a:pt x="366123" y="334745"/>
                </a:lnTo>
                <a:lnTo>
                  <a:pt x="363181" y="340519"/>
                </a:lnTo>
                <a:lnTo>
                  <a:pt x="359651" y="345954"/>
                </a:lnTo>
                <a:lnTo>
                  <a:pt x="355573" y="350990"/>
                </a:lnTo>
                <a:lnTo>
                  <a:pt x="350990" y="355573"/>
                </a:lnTo>
                <a:lnTo>
                  <a:pt x="345954" y="359651"/>
                </a:lnTo>
                <a:lnTo>
                  <a:pt x="340519" y="363181"/>
                </a:lnTo>
                <a:lnTo>
                  <a:pt x="334745" y="366123"/>
                </a:lnTo>
                <a:lnTo>
                  <a:pt x="328695" y="368445"/>
                </a:lnTo>
                <a:lnTo>
                  <a:pt x="322435" y="370122"/>
                </a:lnTo>
                <a:lnTo>
                  <a:pt x="316035" y="371136"/>
                </a:lnTo>
                <a:lnTo>
                  <a:pt x="309563" y="371475"/>
                </a:lnTo>
                <a:lnTo>
                  <a:pt x="309563" y="371475"/>
                </a:lnTo>
                <a:lnTo>
                  <a:pt x="303372" y="371475"/>
                </a:lnTo>
                <a:lnTo>
                  <a:pt x="297180" y="371475"/>
                </a:lnTo>
                <a:lnTo>
                  <a:pt x="290989" y="371475"/>
                </a:lnTo>
                <a:lnTo>
                  <a:pt x="284798" y="371475"/>
                </a:lnTo>
                <a:lnTo>
                  <a:pt x="278607" y="371475"/>
                </a:lnTo>
                <a:lnTo>
                  <a:pt x="272415" y="371475"/>
                </a:lnTo>
                <a:lnTo>
                  <a:pt x="266224" y="371475"/>
                </a:lnTo>
                <a:lnTo>
                  <a:pt x="260033" y="371475"/>
                </a:lnTo>
                <a:lnTo>
                  <a:pt x="253842" y="371475"/>
                </a:lnTo>
                <a:lnTo>
                  <a:pt x="247650" y="371475"/>
                </a:lnTo>
                <a:lnTo>
                  <a:pt x="241459" y="371475"/>
                </a:lnTo>
                <a:lnTo>
                  <a:pt x="235268" y="371475"/>
                </a:lnTo>
                <a:lnTo>
                  <a:pt x="229077" y="371475"/>
                </a:lnTo>
                <a:lnTo>
                  <a:pt x="222885" y="371475"/>
                </a:lnTo>
                <a:lnTo>
                  <a:pt x="216694" y="371475"/>
                </a:lnTo>
                <a:lnTo>
                  <a:pt x="210503" y="371475"/>
                </a:lnTo>
                <a:lnTo>
                  <a:pt x="204312" y="371475"/>
                </a:lnTo>
                <a:lnTo>
                  <a:pt x="198120" y="371475"/>
                </a:lnTo>
                <a:lnTo>
                  <a:pt x="191929" y="371475"/>
                </a:lnTo>
                <a:lnTo>
                  <a:pt x="185738" y="371475"/>
                </a:lnTo>
                <a:lnTo>
                  <a:pt x="179547" y="371475"/>
                </a:lnTo>
                <a:lnTo>
                  <a:pt x="173355" y="371475"/>
                </a:lnTo>
                <a:lnTo>
                  <a:pt x="167164" y="371475"/>
                </a:lnTo>
                <a:lnTo>
                  <a:pt x="160973" y="371475"/>
                </a:lnTo>
                <a:lnTo>
                  <a:pt x="154782" y="371475"/>
                </a:lnTo>
                <a:lnTo>
                  <a:pt x="148590" y="371475"/>
                </a:lnTo>
                <a:lnTo>
                  <a:pt x="142399" y="371475"/>
                </a:lnTo>
                <a:lnTo>
                  <a:pt x="136208" y="371475"/>
                </a:lnTo>
                <a:lnTo>
                  <a:pt x="130017" y="371475"/>
                </a:lnTo>
                <a:lnTo>
                  <a:pt x="123825" y="371475"/>
                </a:lnTo>
                <a:lnTo>
                  <a:pt x="117634" y="371475"/>
                </a:lnTo>
                <a:lnTo>
                  <a:pt x="111443" y="371475"/>
                </a:lnTo>
                <a:lnTo>
                  <a:pt x="105252" y="371475"/>
                </a:lnTo>
                <a:lnTo>
                  <a:pt x="99060" y="371475"/>
                </a:lnTo>
                <a:lnTo>
                  <a:pt x="92869" y="371475"/>
                </a:lnTo>
                <a:lnTo>
                  <a:pt x="86678" y="371475"/>
                </a:lnTo>
                <a:lnTo>
                  <a:pt x="80487" y="371475"/>
                </a:lnTo>
                <a:lnTo>
                  <a:pt x="74295" y="371475"/>
                </a:lnTo>
                <a:lnTo>
                  <a:pt x="68104" y="371475"/>
                </a:lnTo>
                <a:lnTo>
                  <a:pt x="61913" y="371475"/>
                </a:lnTo>
                <a:lnTo>
                  <a:pt x="61913" y="371475"/>
                </a:lnTo>
                <a:lnTo>
                  <a:pt x="55441" y="371136"/>
                </a:lnTo>
                <a:lnTo>
                  <a:pt x="49041" y="370122"/>
                </a:lnTo>
                <a:lnTo>
                  <a:pt x="42781" y="368445"/>
                </a:lnTo>
                <a:lnTo>
                  <a:pt x="36731" y="366123"/>
                </a:lnTo>
                <a:lnTo>
                  <a:pt x="30957" y="363181"/>
                </a:lnTo>
                <a:lnTo>
                  <a:pt x="25522" y="359651"/>
                </a:lnTo>
                <a:lnTo>
                  <a:pt x="20485" y="355573"/>
                </a:lnTo>
                <a:lnTo>
                  <a:pt x="15903" y="350990"/>
                </a:lnTo>
                <a:lnTo>
                  <a:pt x="11825" y="345954"/>
                </a:lnTo>
                <a:lnTo>
                  <a:pt x="8295" y="340519"/>
                </a:lnTo>
                <a:lnTo>
                  <a:pt x="5353" y="334745"/>
                </a:lnTo>
                <a:lnTo>
                  <a:pt x="3031" y="328695"/>
                </a:lnTo>
                <a:lnTo>
                  <a:pt x="1353" y="322435"/>
                </a:lnTo>
                <a:lnTo>
                  <a:pt x="340" y="316034"/>
                </a:lnTo>
                <a:lnTo>
                  <a:pt x="0" y="309563"/>
                </a:lnTo>
                <a:lnTo>
                  <a:pt x="0" y="309563"/>
                </a:lnTo>
                <a:lnTo>
                  <a:pt x="0" y="303309"/>
                </a:lnTo>
                <a:lnTo>
                  <a:pt x="0" y="297055"/>
                </a:lnTo>
                <a:lnTo>
                  <a:pt x="0" y="290801"/>
                </a:lnTo>
                <a:lnTo>
                  <a:pt x="0" y="284548"/>
                </a:lnTo>
                <a:lnTo>
                  <a:pt x="0" y="278294"/>
                </a:lnTo>
                <a:lnTo>
                  <a:pt x="0" y="272040"/>
                </a:lnTo>
                <a:lnTo>
                  <a:pt x="0" y="265786"/>
                </a:lnTo>
                <a:lnTo>
                  <a:pt x="0" y="259532"/>
                </a:lnTo>
                <a:lnTo>
                  <a:pt x="0" y="253279"/>
                </a:lnTo>
                <a:lnTo>
                  <a:pt x="0" y="247025"/>
                </a:lnTo>
                <a:lnTo>
                  <a:pt x="0" y="240771"/>
                </a:lnTo>
                <a:lnTo>
                  <a:pt x="0" y="234517"/>
                </a:lnTo>
                <a:lnTo>
                  <a:pt x="0" y="228264"/>
                </a:lnTo>
                <a:lnTo>
                  <a:pt x="0" y="222010"/>
                </a:lnTo>
                <a:lnTo>
                  <a:pt x="0" y="215756"/>
                </a:lnTo>
                <a:lnTo>
                  <a:pt x="0" y="209502"/>
                </a:lnTo>
                <a:lnTo>
                  <a:pt x="0" y="203248"/>
                </a:lnTo>
                <a:lnTo>
                  <a:pt x="0" y="196995"/>
                </a:lnTo>
                <a:lnTo>
                  <a:pt x="0" y="190741"/>
                </a:lnTo>
                <a:lnTo>
                  <a:pt x="0" y="184487"/>
                </a:lnTo>
                <a:lnTo>
                  <a:pt x="0" y="178233"/>
                </a:lnTo>
                <a:lnTo>
                  <a:pt x="0" y="171979"/>
                </a:lnTo>
                <a:lnTo>
                  <a:pt x="0" y="165726"/>
                </a:lnTo>
                <a:lnTo>
                  <a:pt x="0" y="159472"/>
                </a:lnTo>
                <a:lnTo>
                  <a:pt x="0" y="153218"/>
                </a:lnTo>
                <a:lnTo>
                  <a:pt x="0" y="146964"/>
                </a:lnTo>
                <a:lnTo>
                  <a:pt x="0" y="140710"/>
                </a:lnTo>
                <a:lnTo>
                  <a:pt x="0" y="134457"/>
                </a:lnTo>
                <a:lnTo>
                  <a:pt x="0" y="128203"/>
                </a:lnTo>
                <a:lnTo>
                  <a:pt x="0" y="121949"/>
                </a:lnTo>
                <a:lnTo>
                  <a:pt x="0" y="115695"/>
                </a:lnTo>
                <a:lnTo>
                  <a:pt x="0" y="109442"/>
                </a:lnTo>
                <a:lnTo>
                  <a:pt x="0" y="103188"/>
                </a:lnTo>
                <a:lnTo>
                  <a:pt x="0" y="103188"/>
                </a:lnTo>
                <a:lnTo>
                  <a:pt x="340" y="96716"/>
                </a:lnTo>
                <a:lnTo>
                  <a:pt x="1353" y="90315"/>
                </a:lnTo>
                <a:lnTo>
                  <a:pt x="3031" y="84056"/>
                </a:lnTo>
                <a:lnTo>
                  <a:pt x="5353" y="78006"/>
                </a:lnTo>
                <a:lnTo>
                  <a:pt x="8295" y="72231"/>
                </a:lnTo>
                <a:lnTo>
                  <a:pt x="11825" y="66796"/>
                </a:lnTo>
                <a:lnTo>
                  <a:pt x="15903" y="61760"/>
                </a:lnTo>
                <a:lnTo>
                  <a:pt x="20485" y="57178"/>
                </a:lnTo>
                <a:lnTo>
                  <a:pt x="25522" y="53099"/>
                </a:lnTo>
                <a:lnTo>
                  <a:pt x="30957" y="49570"/>
                </a:lnTo>
                <a:lnTo>
                  <a:pt x="36731" y="46628"/>
                </a:lnTo>
                <a:lnTo>
                  <a:pt x="42781" y="44305"/>
                </a:lnTo>
                <a:lnTo>
                  <a:pt x="49041" y="42628"/>
                </a:lnTo>
                <a:lnTo>
                  <a:pt x="55441" y="41614"/>
                </a:lnTo>
                <a:lnTo>
                  <a:pt x="61913" y="41275"/>
                </a:lnTo>
                <a:moveTo>
                  <a:pt x="0" y="144463"/>
                </a:moveTo>
                <a:lnTo>
                  <a:pt x="6192" y="144463"/>
                </a:lnTo>
                <a:lnTo>
                  <a:pt x="12383" y="144463"/>
                </a:lnTo>
                <a:lnTo>
                  <a:pt x="18574" y="144463"/>
                </a:lnTo>
                <a:lnTo>
                  <a:pt x="24765" y="144463"/>
                </a:lnTo>
                <a:lnTo>
                  <a:pt x="30957" y="144463"/>
                </a:lnTo>
                <a:lnTo>
                  <a:pt x="37148" y="144463"/>
                </a:lnTo>
                <a:lnTo>
                  <a:pt x="43339" y="144463"/>
                </a:lnTo>
                <a:lnTo>
                  <a:pt x="49530" y="144463"/>
                </a:lnTo>
                <a:lnTo>
                  <a:pt x="55722" y="144463"/>
                </a:lnTo>
                <a:lnTo>
                  <a:pt x="61913" y="144463"/>
                </a:lnTo>
                <a:lnTo>
                  <a:pt x="68104" y="144463"/>
                </a:lnTo>
                <a:lnTo>
                  <a:pt x="74295" y="144463"/>
                </a:lnTo>
                <a:lnTo>
                  <a:pt x="80487" y="144463"/>
                </a:lnTo>
                <a:lnTo>
                  <a:pt x="86678" y="144463"/>
                </a:lnTo>
                <a:lnTo>
                  <a:pt x="92869" y="144463"/>
                </a:lnTo>
                <a:lnTo>
                  <a:pt x="99060" y="144463"/>
                </a:lnTo>
                <a:lnTo>
                  <a:pt x="105252" y="144463"/>
                </a:lnTo>
                <a:lnTo>
                  <a:pt x="111443" y="144463"/>
                </a:lnTo>
                <a:lnTo>
                  <a:pt x="117634" y="144463"/>
                </a:lnTo>
                <a:lnTo>
                  <a:pt x="123825" y="144463"/>
                </a:lnTo>
                <a:lnTo>
                  <a:pt x="130017" y="144463"/>
                </a:lnTo>
                <a:lnTo>
                  <a:pt x="136208" y="144463"/>
                </a:lnTo>
                <a:lnTo>
                  <a:pt x="142399" y="144463"/>
                </a:lnTo>
                <a:lnTo>
                  <a:pt x="148590" y="144463"/>
                </a:lnTo>
                <a:lnTo>
                  <a:pt x="154782" y="144463"/>
                </a:lnTo>
                <a:lnTo>
                  <a:pt x="160973" y="144463"/>
                </a:lnTo>
                <a:lnTo>
                  <a:pt x="167164" y="144463"/>
                </a:lnTo>
                <a:lnTo>
                  <a:pt x="173355" y="144463"/>
                </a:lnTo>
                <a:lnTo>
                  <a:pt x="179547" y="144463"/>
                </a:lnTo>
                <a:lnTo>
                  <a:pt x="185738" y="144463"/>
                </a:lnTo>
                <a:lnTo>
                  <a:pt x="191929" y="144463"/>
                </a:lnTo>
                <a:lnTo>
                  <a:pt x="198120" y="144463"/>
                </a:lnTo>
                <a:lnTo>
                  <a:pt x="204312" y="144463"/>
                </a:lnTo>
                <a:lnTo>
                  <a:pt x="210503" y="144463"/>
                </a:lnTo>
                <a:lnTo>
                  <a:pt x="216694" y="144463"/>
                </a:lnTo>
                <a:lnTo>
                  <a:pt x="222885" y="144463"/>
                </a:lnTo>
                <a:lnTo>
                  <a:pt x="229077" y="144463"/>
                </a:lnTo>
                <a:lnTo>
                  <a:pt x="235268" y="144463"/>
                </a:lnTo>
                <a:lnTo>
                  <a:pt x="241459" y="144463"/>
                </a:lnTo>
                <a:lnTo>
                  <a:pt x="247650" y="144463"/>
                </a:lnTo>
                <a:lnTo>
                  <a:pt x="253842" y="144463"/>
                </a:lnTo>
                <a:lnTo>
                  <a:pt x="260033" y="144463"/>
                </a:lnTo>
                <a:lnTo>
                  <a:pt x="266224" y="144463"/>
                </a:lnTo>
                <a:lnTo>
                  <a:pt x="272415" y="144463"/>
                </a:lnTo>
                <a:lnTo>
                  <a:pt x="278607" y="144463"/>
                </a:lnTo>
                <a:lnTo>
                  <a:pt x="284798" y="144463"/>
                </a:lnTo>
                <a:lnTo>
                  <a:pt x="290989" y="144463"/>
                </a:lnTo>
                <a:lnTo>
                  <a:pt x="297180" y="144463"/>
                </a:lnTo>
                <a:lnTo>
                  <a:pt x="303372" y="144463"/>
                </a:lnTo>
                <a:lnTo>
                  <a:pt x="309563" y="144463"/>
                </a:lnTo>
                <a:lnTo>
                  <a:pt x="315754" y="144463"/>
                </a:lnTo>
                <a:lnTo>
                  <a:pt x="321945" y="144463"/>
                </a:lnTo>
                <a:lnTo>
                  <a:pt x="328137" y="144463"/>
                </a:lnTo>
                <a:lnTo>
                  <a:pt x="334328" y="144463"/>
                </a:lnTo>
                <a:lnTo>
                  <a:pt x="340519" y="144463"/>
                </a:lnTo>
                <a:lnTo>
                  <a:pt x="346710" y="144463"/>
                </a:lnTo>
                <a:lnTo>
                  <a:pt x="352902" y="144463"/>
                </a:lnTo>
                <a:lnTo>
                  <a:pt x="359093" y="144463"/>
                </a:lnTo>
                <a:lnTo>
                  <a:pt x="365284" y="144463"/>
                </a:lnTo>
                <a:lnTo>
                  <a:pt x="371475" y="144463"/>
                </a:lnTo>
                <a:moveTo>
                  <a:pt x="103188" y="0"/>
                </a:moveTo>
                <a:lnTo>
                  <a:pt x="103188" y="6350"/>
                </a:lnTo>
                <a:lnTo>
                  <a:pt x="103188" y="12700"/>
                </a:lnTo>
                <a:lnTo>
                  <a:pt x="103188" y="19050"/>
                </a:lnTo>
                <a:lnTo>
                  <a:pt x="103188" y="25400"/>
                </a:lnTo>
                <a:lnTo>
                  <a:pt x="103188" y="31750"/>
                </a:lnTo>
                <a:lnTo>
                  <a:pt x="103188" y="38100"/>
                </a:lnTo>
                <a:lnTo>
                  <a:pt x="103188" y="44450"/>
                </a:lnTo>
                <a:lnTo>
                  <a:pt x="103188" y="50800"/>
                </a:lnTo>
                <a:lnTo>
                  <a:pt x="103188" y="57150"/>
                </a:lnTo>
                <a:lnTo>
                  <a:pt x="103188" y="63500"/>
                </a:lnTo>
                <a:lnTo>
                  <a:pt x="103188" y="69850"/>
                </a:lnTo>
                <a:lnTo>
                  <a:pt x="103188" y="76200"/>
                </a:lnTo>
                <a:lnTo>
                  <a:pt x="103188" y="82550"/>
                </a:lnTo>
                <a:moveTo>
                  <a:pt x="268288" y="0"/>
                </a:moveTo>
                <a:lnTo>
                  <a:pt x="268288" y="6350"/>
                </a:lnTo>
                <a:lnTo>
                  <a:pt x="268288" y="12700"/>
                </a:lnTo>
                <a:lnTo>
                  <a:pt x="268288" y="19050"/>
                </a:lnTo>
                <a:lnTo>
                  <a:pt x="268288" y="25400"/>
                </a:lnTo>
                <a:lnTo>
                  <a:pt x="268288" y="31750"/>
                </a:lnTo>
                <a:lnTo>
                  <a:pt x="268288" y="38100"/>
                </a:lnTo>
                <a:lnTo>
                  <a:pt x="268288" y="44450"/>
                </a:lnTo>
                <a:lnTo>
                  <a:pt x="268288" y="50800"/>
                </a:lnTo>
                <a:lnTo>
                  <a:pt x="268288" y="57150"/>
                </a:lnTo>
                <a:lnTo>
                  <a:pt x="268288" y="63500"/>
                </a:lnTo>
                <a:lnTo>
                  <a:pt x="268288" y="69850"/>
                </a:lnTo>
                <a:lnTo>
                  <a:pt x="268288" y="76200"/>
                </a:lnTo>
                <a:lnTo>
                  <a:pt x="268288" y="82550"/>
                </a:lnTo>
              </a:path>
            </a:pathLst>
          </a:custGeom>
          <a:noFill/>
          <a:ln w="41275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Kotak tanggal (aksen merah)"/>
          <p:cNvSpPr/>
          <p:nvPr/>
        </p:nvSpPr>
        <p:spPr>
          <a:xfrm rot="21420000">
            <a:off x="2698254" y="7130701"/>
            <a:ext cx="6014442" cy="952500"/>
          </a:xfrm>
          <a:prstGeom prst="roundRect">
            <a:avLst>
              <a:gd name="adj" fmla="val 26000"/>
            </a:avLst>
          </a:prstGeom>
          <a:solidFill>
            <a:srgbClr val="AB222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45904" y="7111651"/>
            <a:ext cx="5785842" cy="990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ts val="5759"/>
              </a:lnSpc>
            </a:pPr>
            <a:r>
              <a:rPr b="1" i="0" sz="4800">
                <a:solidFill>
                  <a:srgbClr val="FFFFFF"/>
                </a:solidFill>
                <a:latin typeface="Poppins"/>
              </a:rPr>
              <a:t>8-10 Oktober 2027</a:t>
            </a:r>
          </a:p>
        </p:txBody>
      </p:sp>
      <p:sp>
        <p:nvSpPr>
          <p:cNvPr id="10" name="Placeholder aset"/>
          <p:cNvSpPr/>
          <p:nvPr/>
        </p:nvSpPr>
        <p:spPr>
          <a:xfrm>
            <a:off x="762000" y="8445151"/>
            <a:ext cx="8763000" cy="1905000"/>
          </a:xfrm>
          <a:prstGeom prst="roundRect">
            <a:avLst>
              <a:gd name="adj" fmla="val 20000"/>
            </a:avLst>
          </a:prstGeom>
          <a:solidFill>
            <a:srgbClr val="FFFFFF">
              <a:alpha val="5000"/>
            </a:srgbClr>
          </a:solidFill>
          <a:ln w="38100">
            <a:solidFill>
              <a:srgbClr val="FFFFFF">
                <a:alpha val="50000"/>
              </a:srgbClr>
            </a:solidFill>
            <a:prstDash val="dash"/>
          </a:ln>
          <a:effectLst/>
        </p:spPr>
        <p:txBody>
          <a:bodyPr rtlCol="0" anchor="ctr" wrap="square" lIns="0" rIns="0" tIns="0" bIns="0">
            <a:noAutofit/>
          </a:bodyPr>
          <a:lstStyle/>
          <a:p>
            <a:pPr algn="ctr">
              <a:lnSpc>
                <a:spcPts val="2729"/>
              </a:lnSpc>
            </a:pPr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ASET</a:t>
            </a:r>
            <a:br/>
            <a:r>
              <a:rPr b="0" i="0" sz="2100">
                <a:solidFill>
                  <a:srgbClr val="FFFFFF">
                    <a:alpha val="90000"/>
                  </a:srgbClr>
                </a:solidFill>
                <a:latin typeface="Poppins Medium"/>
              </a:rPr>
              <a:t>MOCKUP / FOTO VENUE NICE PIK 2</a:t>
            </a:r>
          </a:p>
        </p:txBody>
      </p:sp>
      <p:sp>
        <p:nvSpPr>
          <p:cNvPr id="11" name="Panah next (cincin)"/>
          <p:cNvSpPr/>
          <p:nvPr/>
        </p:nvSpPr>
        <p:spPr>
          <a:xfrm>
            <a:off x="8124825" y="10696575"/>
            <a:ext cx="1123950" cy="1123950"/>
          </a:xfrm>
          <a:prstGeom prst="ellipse">
            <a:avLst/>
          </a:prstGeom>
          <a:noFill/>
          <a:ln w="47625">
            <a:solidFill>
              <a:srgbClr val="FFFFF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Panah next"/>
          <p:cNvSpPr/>
          <p:nvPr/>
        </p:nvSpPr>
        <p:spPr>
          <a:xfrm>
            <a:off x="8391525" y="11077575"/>
            <a:ext cx="590550" cy="361950"/>
          </a:xfrm>
          <a:custGeom>
            <a:avLst/>
            <a:gdLst/>
            <a:ahLst/>
            <a:cxnLst/>
            <a:rect l="l" t="t" r="r" b="b"/>
            <a:pathLst>
              <a:path w="590550" h="361950">
                <a:moveTo>
                  <a:pt x="0" y="180975"/>
                </a:moveTo>
                <a:lnTo>
                  <a:pt x="590550" y="180975"/>
                </a:lnTo>
                <a:moveTo>
                  <a:pt x="409575" y="0"/>
                </a:moveTo>
                <a:lnTo>
                  <a:pt x="590550" y="180975"/>
                </a:lnTo>
                <a:lnTo>
                  <a:pt x="409575" y="361950"/>
                </a:lnTo>
              </a:path>
            </a:pathLst>
          </a:custGeom>
          <a:noFill/>
          <a:ln w="47625" cap="rnd">
            <a:solidFill>
              <a:srgbClr val="FFFFFF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7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7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7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7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7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ulatan ikon"/>
          <p:cNvSpPr/>
          <p:nvPr/>
        </p:nvSpPr>
        <p:spPr>
          <a:xfrm>
            <a:off x="4429125" y="2605850"/>
            <a:ext cx="1428750" cy="14287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Ikon link"/>
          <p:cNvSpPr/>
          <p:nvPr/>
        </p:nvSpPr>
        <p:spPr>
          <a:xfrm>
            <a:off x="4937154" y="3113878"/>
            <a:ext cx="412692" cy="412693"/>
          </a:xfrm>
          <a:custGeom>
            <a:avLst/>
            <a:gdLst/>
            <a:ahLst/>
            <a:cxnLst/>
            <a:rect l="l" t="t" r="r" b="b"/>
            <a:pathLst>
              <a:path w="412692" h="412693">
                <a:moveTo>
                  <a:pt x="153958" y="258734"/>
                </a:moveTo>
                <a:lnTo>
                  <a:pt x="159719" y="264157"/>
                </a:lnTo>
                <a:lnTo>
                  <a:pt x="165872" y="269131"/>
                </a:lnTo>
                <a:lnTo>
                  <a:pt x="172383" y="273626"/>
                </a:lnTo>
                <a:lnTo>
                  <a:pt x="179214" y="277616"/>
                </a:lnTo>
                <a:lnTo>
                  <a:pt x="186327" y="281080"/>
                </a:lnTo>
                <a:lnTo>
                  <a:pt x="193681" y="283998"/>
                </a:lnTo>
                <a:lnTo>
                  <a:pt x="201235" y="286352"/>
                </a:lnTo>
                <a:lnTo>
                  <a:pt x="208944" y="288129"/>
                </a:lnTo>
                <a:lnTo>
                  <a:pt x="216766" y="289320"/>
                </a:lnTo>
                <a:lnTo>
                  <a:pt x="224655" y="289917"/>
                </a:lnTo>
                <a:lnTo>
                  <a:pt x="232567" y="289917"/>
                </a:lnTo>
                <a:lnTo>
                  <a:pt x="240456" y="289320"/>
                </a:lnTo>
                <a:lnTo>
                  <a:pt x="248277" y="288129"/>
                </a:lnTo>
                <a:lnTo>
                  <a:pt x="255987" y="286352"/>
                </a:lnTo>
                <a:lnTo>
                  <a:pt x="263540" y="283998"/>
                </a:lnTo>
                <a:lnTo>
                  <a:pt x="270894" y="281080"/>
                </a:lnTo>
                <a:lnTo>
                  <a:pt x="278007" y="277616"/>
                </a:lnTo>
                <a:lnTo>
                  <a:pt x="284839" y="273626"/>
                </a:lnTo>
                <a:lnTo>
                  <a:pt x="291350" y="269131"/>
                </a:lnTo>
                <a:lnTo>
                  <a:pt x="297503" y="264157"/>
                </a:lnTo>
                <a:lnTo>
                  <a:pt x="303263" y="258734"/>
                </a:lnTo>
                <a:lnTo>
                  <a:pt x="303263" y="258734"/>
                </a:lnTo>
                <a:lnTo>
                  <a:pt x="308876" y="253121"/>
                </a:lnTo>
                <a:lnTo>
                  <a:pt x="314489" y="247508"/>
                </a:lnTo>
                <a:lnTo>
                  <a:pt x="320102" y="241895"/>
                </a:lnTo>
                <a:lnTo>
                  <a:pt x="325715" y="236282"/>
                </a:lnTo>
                <a:lnTo>
                  <a:pt x="331328" y="230669"/>
                </a:lnTo>
                <a:lnTo>
                  <a:pt x="336941" y="225056"/>
                </a:lnTo>
                <a:lnTo>
                  <a:pt x="342554" y="219443"/>
                </a:lnTo>
                <a:lnTo>
                  <a:pt x="348166" y="213830"/>
                </a:lnTo>
                <a:lnTo>
                  <a:pt x="353779" y="208217"/>
                </a:lnTo>
                <a:lnTo>
                  <a:pt x="359392" y="202605"/>
                </a:lnTo>
                <a:lnTo>
                  <a:pt x="365005" y="196992"/>
                </a:lnTo>
                <a:lnTo>
                  <a:pt x="370618" y="191379"/>
                </a:lnTo>
                <a:lnTo>
                  <a:pt x="376231" y="185766"/>
                </a:lnTo>
                <a:lnTo>
                  <a:pt x="381844" y="180153"/>
                </a:lnTo>
                <a:lnTo>
                  <a:pt x="381844" y="180153"/>
                </a:lnTo>
                <a:lnTo>
                  <a:pt x="387214" y="174365"/>
                </a:lnTo>
                <a:lnTo>
                  <a:pt x="392137" y="168193"/>
                </a:lnTo>
                <a:lnTo>
                  <a:pt x="396584" y="161669"/>
                </a:lnTo>
                <a:lnTo>
                  <a:pt x="400532" y="154832"/>
                </a:lnTo>
                <a:lnTo>
                  <a:pt x="403957" y="147719"/>
                </a:lnTo>
                <a:lnTo>
                  <a:pt x="406842" y="140369"/>
                </a:lnTo>
                <a:lnTo>
                  <a:pt x="409169" y="132825"/>
                </a:lnTo>
                <a:lnTo>
                  <a:pt x="410926" y="125128"/>
                </a:lnTo>
                <a:lnTo>
                  <a:pt x="412102" y="117321"/>
                </a:lnTo>
                <a:lnTo>
                  <a:pt x="412692" y="109448"/>
                </a:lnTo>
                <a:lnTo>
                  <a:pt x="412692" y="101553"/>
                </a:lnTo>
                <a:lnTo>
                  <a:pt x="412102" y="93680"/>
                </a:lnTo>
                <a:lnTo>
                  <a:pt x="410926" y="85873"/>
                </a:lnTo>
                <a:lnTo>
                  <a:pt x="409169" y="78176"/>
                </a:lnTo>
                <a:lnTo>
                  <a:pt x="406842" y="70632"/>
                </a:lnTo>
                <a:lnTo>
                  <a:pt x="403957" y="63282"/>
                </a:lnTo>
                <a:lnTo>
                  <a:pt x="400532" y="56169"/>
                </a:lnTo>
                <a:lnTo>
                  <a:pt x="396584" y="49332"/>
                </a:lnTo>
                <a:lnTo>
                  <a:pt x="392137" y="42809"/>
                </a:lnTo>
                <a:lnTo>
                  <a:pt x="387214" y="36636"/>
                </a:lnTo>
                <a:lnTo>
                  <a:pt x="381844" y="30848"/>
                </a:lnTo>
                <a:lnTo>
                  <a:pt x="376057" y="25478"/>
                </a:lnTo>
                <a:lnTo>
                  <a:pt x="369884" y="20556"/>
                </a:lnTo>
                <a:lnTo>
                  <a:pt x="363361" y="16108"/>
                </a:lnTo>
                <a:lnTo>
                  <a:pt x="356523" y="12161"/>
                </a:lnTo>
                <a:lnTo>
                  <a:pt x="349410" y="8735"/>
                </a:lnTo>
                <a:lnTo>
                  <a:pt x="342061" y="5851"/>
                </a:lnTo>
                <a:lnTo>
                  <a:pt x="334517" y="3524"/>
                </a:lnTo>
                <a:lnTo>
                  <a:pt x="326819" y="1767"/>
                </a:lnTo>
                <a:lnTo>
                  <a:pt x="319012" y="590"/>
                </a:lnTo>
                <a:lnTo>
                  <a:pt x="311139" y="0"/>
                </a:lnTo>
                <a:lnTo>
                  <a:pt x="303244" y="0"/>
                </a:lnTo>
                <a:lnTo>
                  <a:pt x="295371" y="590"/>
                </a:lnTo>
                <a:lnTo>
                  <a:pt x="287564" y="1767"/>
                </a:lnTo>
                <a:lnTo>
                  <a:pt x="279867" y="3524"/>
                </a:lnTo>
                <a:lnTo>
                  <a:pt x="272323" y="5851"/>
                </a:lnTo>
                <a:lnTo>
                  <a:pt x="264974" y="8735"/>
                </a:lnTo>
                <a:lnTo>
                  <a:pt x="257860" y="12161"/>
                </a:lnTo>
                <a:lnTo>
                  <a:pt x="251023" y="16108"/>
                </a:lnTo>
                <a:lnTo>
                  <a:pt x="244500" y="20556"/>
                </a:lnTo>
                <a:lnTo>
                  <a:pt x="238327" y="25478"/>
                </a:lnTo>
                <a:lnTo>
                  <a:pt x="232540" y="30848"/>
                </a:lnTo>
                <a:lnTo>
                  <a:pt x="232540" y="30848"/>
                </a:lnTo>
                <a:lnTo>
                  <a:pt x="225991" y="37397"/>
                </a:lnTo>
                <a:lnTo>
                  <a:pt x="219443" y="43945"/>
                </a:lnTo>
                <a:lnTo>
                  <a:pt x="212894" y="50494"/>
                </a:lnTo>
                <a:lnTo>
                  <a:pt x="206346" y="57042"/>
                </a:lnTo>
                <a:moveTo>
                  <a:pt x="258734" y="153959"/>
                </a:moveTo>
                <a:lnTo>
                  <a:pt x="252973" y="148536"/>
                </a:lnTo>
                <a:lnTo>
                  <a:pt x="246820" y="143562"/>
                </a:lnTo>
                <a:lnTo>
                  <a:pt x="240309" y="139067"/>
                </a:lnTo>
                <a:lnTo>
                  <a:pt x="233478" y="135077"/>
                </a:lnTo>
                <a:lnTo>
                  <a:pt x="226365" y="131613"/>
                </a:lnTo>
                <a:lnTo>
                  <a:pt x="219011" y="128695"/>
                </a:lnTo>
                <a:lnTo>
                  <a:pt x="211457" y="126341"/>
                </a:lnTo>
                <a:lnTo>
                  <a:pt x="203748" y="124564"/>
                </a:lnTo>
                <a:lnTo>
                  <a:pt x="195926" y="123373"/>
                </a:lnTo>
                <a:lnTo>
                  <a:pt x="188037" y="122776"/>
                </a:lnTo>
                <a:lnTo>
                  <a:pt x="180125" y="122776"/>
                </a:lnTo>
                <a:lnTo>
                  <a:pt x="172236" y="123373"/>
                </a:lnTo>
                <a:lnTo>
                  <a:pt x="164415" y="124564"/>
                </a:lnTo>
                <a:lnTo>
                  <a:pt x="156705" y="126341"/>
                </a:lnTo>
                <a:lnTo>
                  <a:pt x="149152" y="128695"/>
                </a:lnTo>
                <a:lnTo>
                  <a:pt x="141798" y="131613"/>
                </a:lnTo>
                <a:lnTo>
                  <a:pt x="134685" y="135077"/>
                </a:lnTo>
                <a:lnTo>
                  <a:pt x="127853" y="139067"/>
                </a:lnTo>
                <a:lnTo>
                  <a:pt x="121342" y="143562"/>
                </a:lnTo>
                <a:lnTo>
                  <a:pt x="115189" y="148536"/>
                </a:lnTo>
                <a:lnTo>
                  <a:pt x="109429" y="153959"/>
                </a:lnTo>
                <a:lnTo>
                  <a:pt x="109429" y="153959"/>
                </a:lnTo>
                <a:lnTo>
                  <a:pt x="103816" y="159572"/>
                </a:lnTo>
                <a:lnTo>
                  <a:pt x="98203" y="165185"/>
                </a:lnTo>
                <a:lnTo>
                  <a:pt x="92590" y="170798"/>
                </a:lnTo>
                <a:lnTo>
                  <a:pt x="86977" y="176411"/>
                </a:lnTo>
                <a:lnTo>
                  <a:pt x="81364" y="182024"/>
                </a:lnTo>
                <a:lnTo>
                  <a:pt x="75751" y="187637"/>
                </a:lnTo>
                <a:lnTo>
                  <a:pt x="70138" y="193250"/>
                </a:lnTo>
                <a:lnTo>
                  <a:pt x="64526" y="198863"/>
                </a:lnTo>
                <a:lnTo>
                  <a:pt x="58913" y="204476"/>
                </a:lnTo>
                <a:lnTo>
                  <a:pt x="53300" y="210088"/>
                </a:lnTo>
                <a:lnTo>
                  <a:pt x="47687" y="215701"/>
                </a:lnTo>
                <a:lnTo>
                  <a:pt x="42074" y="221314"/>
                </a:lnTo>
                <a:lnTo>
                  <a:pt x="36461" y="226927"/>
                </a:lnTo>
                <a:lnTo>
                  <a:pt x="30848" y="232540"/>
                </a:lnTo>
                <a:lnTo>
                  <a:pt x="30848" y="232540"/>
                </a:lnTo>
                <a:lnTo>
                  <a:pt x="25478" y="238328"/>
                </a:lnTo>
                <a:lnTo>
                  <a:pt x="20555" y="244500"/>
                </a:lnTo>
                <a:lnTo>
                  <a:pt x="16108" y="251024"/>
                </a:lnTo>
                <a:lnTo>
                  <a:pt x="12160" y="257861"/>
                </a:lnTo>
                <a:lnTo>
                  <a:pt x="8735" y="264974"/>
                </a:lnTo>
                <a:lnTo>
                  <a:pt x="5850" y="272324"/>
                </a:lnTo>
                <a:lnTo>
                  <a:pt x="3523" y="279868"/>
                </a:lnTo>
                <a:lnTo>
                  <a:pt x="1766" y="287565"/>
                </a:lnTo>
                <a:lnTo>
                  <a:pt x="590" y="295372"/>
                </a:lnTo>
                <a:lnTo>
                  <a:pt x="0" y="303245"/>
                </a:lnTo>
                <a:lnTo>
                  <a:pt x="0" y="311140"/>
                </a:lnTo>
                <a:lnTo>
                  <a:pt x="590" y="319013"/>
                </a:lnTo>
                <a:lnTo>
                  <a:pt x="1766" y="326820"/>
                </a:lnTo>
                <a:lnTo>
                  <a:pt x="3523" y="334517"/>
                </a:lnTo>
                <a:lnTo>
                  <a:pt x="5850" y="342061"/>
                </a:lnTo>
                <a:lnTo>
                  <a:pt x="8735" y="349411"/>
                </a:lnTo>
                <a:lnTo>
                  <a:pt x="12160" y="356524"/>
                </a:lnTo>
                <a:lnTo>
                  <a:pt x="16108" y="363361"/>
                </a:lnTo>
                <a:lnTo>
                  <a:pt x="20555" y="369884"/>
                </a:lnTo>
                <a:lnTo>
                  <a:pt x="25478" y="376057"/>
                </a:lnTo>
                <a:lnTo>
                  <a:pt x="30848" y="381845"/>
                </a:lnTo>
                <a:lnTo>
                  <a:pt x="36635" y="387215"/>
                </a:lnTo>
                <a:lnTo>
                  <a:pt x="42808" y="392137"/>
                </a:lnTo>
                <a:lnTo>
                  <a:pt x="49331" y="396585"/>
                </a:lnTo>
                <a:lnTo>
                  <a:pt x="56169" y="400532"/>
                </a:lnTo>
                <a:lnTo>
                  <a:pt x="63282" y="403958"/>
                </a:lnTo>
                <a:lnTo>
                  <a:pt x="70631" y="406842"/>
                </a:lnTo>
                <a:lnTo>
                  <a:pt x="78175" y="409169"/>
                </a:lnTo>
                <a:lnTo>
                  <a:pt x="85873" y="410926"/>
                </a:lnTo>
                <a:lnTo>
                  <a:pt x="93680" y="412103"/>
                </a:lnTo>
                <a:lnTo>
                  <a:pt x="101553" y="412693"/>
                </a:lnTo>
                <a:lnTo>
                  <a:pt x="109448" y="412693"/>
                </a:lnTo>
                <a:lnTo>
                  <a:pt x="117321" y="412103"/>
                </a:lnTo>
                <a:lnTo>
                  <a:pt x="125128" y="410926"/>
                </a:lnTo>
                <a:lnTo>
                  <a:pt x="132825" y="409169"/>
                </a:lnTo>
                <a:lnTo>
                  <a:pt x="140369" y="406842"/>
                </a:lnTo>
                <a:lnTo>
                  <a:pt x="147718" y="403958"/>
                </a:lnTo>
                <a:lnTo>
                  <a:pt x="154832" y="400532"/>
                </a:lnTo>
                <a:lnTo>
                  <a:pt x="161669" y="396585"/>
                </a:lnTo>
                <a:lnTo>
                  <a:pt x="168192" y="392137"/>
                </a:lnTo>
                <a:lnTo>
                  <a:pt x="174365" y="387215"/>
                </a:lnTo>
                <a:lnTo>
                  <a:pt x="180152" y="381845"/>
                </a:lnTo>
                <a:lnTo>
                  <a:pt x="180152" y="381845"/>
                </a:lnTo>
                <a:lnTo>
                  <a:pt x="186701" y="375296"/>
                </a:lnTo>
                <a:lnTo>
                  <a:pt x="193249" y="368748"/>
                </a:lnTo>
                <a:lnTo>
                  <a:pt x="199798" y="362199"/>
                </a:lnTo>
                <a:lnTo>
                  <a:pt x="206346" y="355651"/>
                </a:lnTo>
              </a:path>
            </a:pathLst>
          </a:custGeom>
          <a:noFill/>
          <a:ln w="52388" cap="rnd">
            <a:solidFill>
              <a:srgbClr val="0B233D"/>
            </a:solidFill>
            <a:round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Kotak"/>
          <p:cNvSpPr/>
          <p:nvPr/>
        </p:nvSpPr>
        <p:spPr>
          <a:xfrm>
            <a:off x="762000" y="4377500"/>
            <a:ext cx="8763000" cy="2802636"/>
          </a:xfrm>
          <a:prstGeom prst="roundRect">
            <a:avLst>
              <a:gd name="adj" fmla="val 13594"/>
            </a:avLst>
          </a:prstGeom>
          <a:solidFill>
            <a:srgbClr val="3D739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57300" y="4834700"/>
            <a:ext cx="7772400" cy="18882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7433"/>
              </a:lnSpc>
            </a:pPr>
            <a:r>
              <a:rPr b="0" i="0" sz="6300">
                <a:solidFill>
                  <a:srgbClr val="FFFFFF"/>
                </a:solidFill>
                <a:latin typeface="Poppins ExtraBold"/>
              </a:rPr>
              <a:t>Info early-bird</a:t>
            </a:r>
            <a:br/>
            <a:r>
              <a:rPr b="0" i="0" sz="6300">
                <a:solidFill>
                  <a:srgbClr val="FFFFFF"/>
                </a:solidFill>
                <a:latin typeface="Poppins ExtraBold"/>
              </a:rPr>
              <a:t>booth via DM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7523035"/>
            <a:ext cx="8763000" cy="13335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5250"/>
              </a:lnSpc>
            </a:pPr>
            <a:r>
              <a:rPr b="1" i="0" sz="4200">
                <a:solidFill>
                  <a:srgbClr val="FFFFFF"/>
                </a:solidFill>
                <a:latin typeface="Poppins"/>
              </a:rPr>
              <a:t>Atau cek link di bio. Sampai jumpa di 2027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5375" y="9199436"/>
            <a:ext cx="4756249" cy="672465"/>
          </a:xfrm>
          <a:prstGeom prst="roundRect">
            <a:avLst>
              <a:gd name="adj" fmla="val 33994"/>
            </a:avLst>
          </a:prstGeom>
          <a:solidFill>
            <a:srgbClr val="C8F03C"/>
          </a:solidFill>
          <a:ln>
            <a:noFill/>
          </a:ln>
          <a:effectLst/>
        </p:spPr>
        <p:txBody>
          <a:bodyPr rtlCol="0" anchor="ctr" wrap="none" lIns="0" rIns="0" tIns="0" bIns="0">
            <a:noAutofit/>
          </a:bodyPr>
          <a:lstStyle/>
          <a:p>
            <a:pPr algn="ctr">
              <a:lnSpc>
                <a:spcPts val="3794"/>
              </a:lnSpc>
            </a:pPr>
            <a:r>
              <a:rPr b="0" i="0" sz="3300">
                <a:solidFill>
                  <a:srgbClr val="0B233D"/>
                </a:solidFill>
                <a:latin typeface="Poppins ExtraBold"/>
              </a:rPr>
              <a:t>@shape.indonesia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53" presetClass="entr" presetSubtype="16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7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8" dur="7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2" dur="7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6" dur="7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53" presetClass="entr" presetSubtype="16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C16 · Des W4 · Campaign B2B · Closing — Sampai Jumpa di 2027</dc:title>
  <dc:subject/>
  <dc:creator>Eventime x Shape Indonesia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