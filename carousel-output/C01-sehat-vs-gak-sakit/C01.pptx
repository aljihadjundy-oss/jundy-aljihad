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besar, simbol ≠ sebagai inti kontras. Ghost word SEHAT samar, ikon denyut di bulatan putih</a:t>
            </a:r>
          </a:p>
          <a:p>
            <a:r>
              <a:t>ELEMEN: Highlight biru di kata 'Sehat' (kontras vs 'Sekadar Gak Sakit' yang polos)</a:t>
            </a:r>
          </a:p>
          <a:p>
            <a:r>
              <a:t>MOTION: Ikon pop → kicker rise → headline rise, highlight 'Sehat' menyusul → sub rise; panah next fade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Numeral besar samar di belakang, label pill, judul 2 baris, body 1 kalimat</a:t>
            </a:r>
          </a:p>
          <a:p>
            <a:r>
              <a:t>ELEMEN: Posisi angka &amp; label konsisten di ketiga slide tanda</a:t>
            </a:r>
          </a:p>
          <a:p>
            <a:r>
              <a:t>MOTION: Numeral fade → label stamp → judul rise → body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Sama seperti Tanda #1, tapi ini slide paling penting (disebut di hook dan caption)</a:t>
            </a:r>
          </a:p>
          <a:p>
            <a:r>
              <a:t>ELEMEN: Satu-satunya aksen merah carousel ini di 'ngerasa cukup'. Di plan merah juga dipakai di cover; digeser ke sini supaya jatah 1x terpenuhi dan jatuh di poin paling penting</a:t>
            </a:r>
          </a:p>
          <a:p>
            <a:r>
              <a:t>MOTION: Sama dengan #1, 'ngerasa cukup' stamp merah paling akhir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Sama seperti dua slide tanda sebelumnya</a:t>
            </a:r>
          </a:p>
          <a:p>
            <a:r>
              <a:t>ELEMEN: Tanda #3 ditambahkan: plan hanya merinci 2 tanda padahal hook menyebut 3. Sejalan dengan tema preventive health Sesi 2</a:t>
            </a:r>
          </a:p>
          <a:p>
            <a:r>
              <a:t>MOTION: Sama dengan #1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kotak biru + pill handle lime, tanpa panah next</a:t>
            </a:r>
          </a:p>
          <a:p>
            <a:r>
              <a:t>ELEMEN: CTA simpan &amp; share (B2C edukasi, bukan daftar webinar)</a:t>
            </a:r>
          </a:p>
          <a:p>
            <a:r>
              <a:t>MOTION: Ikon pop → kotak rise → sub rise → handle pulse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SEHAT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240763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pulse"/>
          <p:cNvSpPr/>
          <p:nvPr/>
        </p:nvSpPr>
        <p:spPr>
          <a:xfrm>
            <a:off x="4881562" y="2964847"/>
            <a:ext cx="523876" cy="314325"/>
          </a:xfrm>
          <a:custGeom>
            <a:avLst/>
            <a:gdLst/>
            <a:ahLst/>
            <a:cxnLst/>
            <a:rect l="l" t="t" r="r" b="b"/>
            <a:pathLst>
              <a:path w="523876" h="314325">
                <a:moveTo>
                  <a:pt x="0" y="157162"/>
                </a:moveTo>
                <a:lnTo>
                  <a:pt x="8186" y="157162"/>
                </a:lnTo>
                <a:lnTo>
                  <a:pt x="16372" y="157162"/>
                </a:lnTo>
                <a:lnTo>
                  <a:pt x="24557" y="157162"/>
                </a:lnTo>
                <a:lnTo>
                  <a:pt x="32743" y="157162"/>
                </a:lnTo>
                <a:lnTo>
                  <a:pt x="40928" y="157162"/>
                </a:lnTo>
                <a:lnTo>
                  <a:pt x="49114" y="157162"/>
                </a:lnTo>
                <a:lnTo>
                  <a:pt x="57299" y="157162"/>
                </a:lnTo>
                <a:lnTo>
                  <a:pt x="65485" y="157162"/>
                </a:lnTo>
                <a:lnTo>
                  <a:pt x="73670" y="157162"/>
                </a:lnTo>
                <a:lnTo>
                  <a:pt x="81856" y="157162"/>
                </a:lnTo>
                <a:lnTo>
                  <a:pt x="90042" y="157162"/>
                </a:lnTo>
                <a:lnTo>
                  <a:pt x="98227" y="157162"/>
                </a:lnTo>
                <a:lnTo>
                  <a:pt x="106413" y="157162"/>
                </a:lnTo>
                <a:lnTo>
                  <a:pt x="114598" y="157162"/>
                </a:lnTo>
                <a:lnTo>
                  <a:pt x="122784" y="157162"/>
                </a:lnTo>
                <a:lnTo>
                  <a:pt x="130969" y="157162"/>
                </a:lnTo>
                <a:lnTo>
                  <a:pt x="130969" y="157162"/>
                </a:lnTo>
                <a:lnTo>
                  <a:pt x="133464" y="149678"/>
                </a:lnTo>
                <a:lnTo>
                  <a:pt x="135959" y="142194"/>
                </a:lnTo>
                <a:lnTo>
                  <a:pt x="138453" y="134710"/>
                </a:lnTo>
                <a:lnTo>
                  <a:pt x="140948" y="127227"/>
                </a:lnTo>
                <a:lnTo>
                  <a:pt x="143442" y="119743"/>
                </a:lnTo>
                <a:lnTo>
                  <a:pt x="145937" y="112259"/>
                </a:lnTo>
                <a:lnTo>
                  <a:pt x="148432" y="104775"/>
                </a:lnTo>
                <a:lnTo>
                  <a:pt x="150926" y="97291"/>
                </a:lnTo>
                <a:lnTo>
                  <a:pt x="153421" y="89807"/>
                </a:lnTo>
                <a:lnTo>
                  <a:pt x="155916" y="82323"/>
                </a:lnTo>
                <a:lnTo>
                  <a:pt x="158410" y="74839"/>
                </a:lnTo>
                <a:lnTo>
                  <a:pt x="160905" y="67355"/>
                </a:lnTo>
                <a:lnTo>
                  <a:pt x="163400" y="59871"/>
                </a:lnTo>
                <a:lnTo>
                  <a:pt x="165894" y="52387"/>
                </a:lnTo>
                <a:lnTo>
                  <a:pt x="168389" y="44903"/>
                </a:lnTo>
                <a:lnTo>
                  <a:pt x="170884" y="37419"/>
                </a:lnTo>
                <a:lnTo>
                  <a:pt x="173378" y="29935"/>
                </a:lnTo>
                <a:lnTo>
                  <a:pt x="175873" y="22452"/>
                </a:lnTo>
                <a:lnTo>
                  <a:pt x="178367" y="14968"/>
                </a:lnTo>
                <a:lnTo>
                  <a:pt x="180862" y="7484"/>
                </a:lnTo>
                <a:lnTo>
                  <a:pt x="183357" y="0"/>
                </a:lnTo>
                <a:lnTo>
                  <a:pt x="183357" y="0"/>
                </a:lnTo>
                <a:lnTo>
                  <a:pt x="185851" y="7484"/>
                </a:lnTo>
                <a:lnTo>
                  <a:pt x="188346" y="14968"/>
                </a:lnTo>
                <a:lnTo>
                  <a:pt x="190841" y="22452"/>
                </a:lnTo>
                <a:lnTo>
                  <a:pt x="193335" y="29935"/>
                </a:lnTo>
                <a:lnTo>
                  <a:pt x="195830" y="37419"/>
                </a:lnTo>
                <a:lnTo>
                  <a:pt x="198325" y="44903"/>
                </a:lnTo>
                <a:lnTo>
                  <a:pt x="200819" y="52387"/>
                </a:lnTo>
                <a:lnTo>
                  <a:pt x="203314" y="59871"/>
                </a:lnTo>
                <a:lnTo>
                  <a:pt x="205809" y="67355"/>
                </a:lnTo>
                <a:lnTo>
                  <a:pt x="208303" y="74839"/>
                </a:lnTo>
                <a:lnTo>
                  <a:pt x="210798" y="82323"/>
                </a:lnTo>
                <a:lnTo>
                  <a:pt x="213292" y="89807"/>
                </a:lnTo>
                <a:lnTo>
                  <a:pt x="215787" y="97291"/>
                </a:lnTo>
                <a:lnTo>
                  <a:pt x="218282" y="104775"/>
                </a:lnTo>
                <a:lnTo>
                  <a:pt x="220776" y="112259"/>
                </a:lnTo>
                <a:lnTo>
                  <a:pt x="223271" y="119743"/>
                </a:lnTo>
                <a:lnTo>
                  <a:pt x="225766" y="127227"/>
                </a:lnTo>
                <a:lnTo>
                  <a:pt x="228260" y="134710"/>
                </a:lnTo>
                <a:lnTo>
                  <a:pt x="230755" y="142194"/>
                </a:lnTo>
                <a:lnTo>
                  <a:pt x="233250" y="149678"/>
                </a:lnTo>
                <a:lnTo>
                  <a:pt x="235744" y="157162"/>
                </a:lnTo>
                <a:lnTo>
                  <a:pt x="238239" y="164646"/>
                </a:lnTo>
                <a:lnTo>
                  <a:pt x="240734" y="172130"/>
                </a:lnTo>
                <a:lnTo>
                  <a:pt x="243228" y="179614"/>
                </a:lnTo>
                <a:lnTo>
                  <a:pt x="245723" y="187098"/>
                </a:lnTo>
                <a:lnTo>
                  <a:pt x="248217" y="194582"/>
                </a:lnTo>
                <a:lnTo>
                  <a:pt x="250712" y="202066"/>
                </a:lnTo>
                <a:lnTo>
                  <a:pt x="253207" y="209550"/>
                </a:lnTo>
                <a:lnTo>
                  <a:pt x="255701" y="217034"/>
                </a:lnTo>
                <a:lnTo>
                  <a:pt x="258196" y="224518"/>
                </a:lnTo>
                <a:lnTo>
                  <a:pt x="260691" y="232002"/>
                </a:lnTo>
                <a:lnTo>
                  <a:pt x="263185" y="239485"/>
                </a:lnTo>
                <a:lnTo>
                  <a:pt x="265680" y="246969"/>
                </a:lnTo>
                <a:lnTo>
                  <a:pt x="268175" y="254453"/>
                </a:lnTo>
                <a:lnTo>
                  <a:pt x="270669" y="261937"/>
                </a:lnTo>
                <a:lnTo>
                  <a:pt x="273164" y="269421"/>
                </a:lnTo>
                <a:lnTo>
                  <a:pt x="275659" y="276905"/>
                </a:lnTo>
                <a:lnTo>
                  <a:pt x="278153" y="284389"/>
                </a:lnTo>
                <a:lnTo>
                  <a:pt x="280648" y="291873"/>
                </a:lnTo>
                <a:lnTo>
                  <a:pt x="283142" y="299357"/>
                </a:lnTo>
                <a:lnTo>
                  <a:pt x="285637" y="306841"/>
                </a:lnTo>
                <a:lnTo>
                  <a:pt x="288132" y="314325"/>
                </a:lnTo>
                <a:lnTo>
                  <a:pt x="288132" y="314325"/>
                </a:lnTo>
                <a:lnTo>
                  <a:pt x="290626" y="306841"/>
                </a:lnTo>
                <a:lnTo>
                  <a:pt x="293121" y="299357"/>
                </a:lnTo>
                <a:lnTo>
                  <a:pt x="295616" y="291873"/>
                </a:lnTo>
                <a:lnTo>
                  <a:pt x="298110" y="284389"/>
                </a:lnTo>
                <a:lnTo>
                  <a:pt x="300605" y="276905"/>
                </a:lnTo>
                <a:lnTo>
                  <a:pt x="303100" y="269421"/>
                </a:lnTo>
                <a:lnTo>
                  <a:pt x="305594" y="261937"/>
                </a:lnTo>
                <a:lnTo>
                  <a:pt x="308089" y="254453"/>
                </a:lnTo>
                <a:lnTo>
                  <a:pt x="310584" y="246969"/>
                </a:lnTo>
                <a:lnTo>
                  <a:pt x="313078" y="239485"/>
                </a:lnTo>
                <a:lnTo>
                  <a:pt x="315573" y="232002"/>
                </a:lnTo>
                <a:lnTo>
                  <a:pt x="318067" y="224518"/>
                </a:lnTo>
                <a:lnTo>
                  <a:pt x="320562" y="217034"/>
                </a:lnTo>
                <a:lnTo>
                  <a:pt x="323057" y="209550"/>
                </a:lnTo>
                <a:lnTo>
                  <a:pt x="325551" y="202066"/>
                </a:lnTo>
                <a:lnTo>
                  <a:pt x="328046" y="194582"/>
                </a:lnTo>
                <a:lnTo>
                  <a:pt x="330541" y="187098"/>
                </a:lnTo>
                <a:lnTo>
                  <a:pt x="333035" y="179614"/>
                </a:lnTo>
                <a:lnTo>
                  <a:pt x="335530" y="172130"/>
                </a:lnTo>
                <a:lnTo>
                  <a:pt x="338025" y="164646"/>
                </a:lnTo>
                <a:lnTo>
                  <a:pt x="340519" y="157162"/>
                </a:lnTo>
                <a:lnTo>
                  <a:pt x="340519" y="157162"/>
                </a:lnTo>
                <a:lnTo>
                  <a:pt x="348491" y="157162"/>
                </a:lnTo>
                <a:lnTo>
                  <a:pt x="356463" y="157162"/>
                </a:lnTo>
                <a:lnTo>
                  <a:pt x="364435" y="157162"/>
                </a:lnTo>
                <a:lnTo>
                  <a:pt x="372407" y="157162"/>
                </a:lnTo>
                <a:lnTo>
                  <a:pt x="380379" y="157162"/>
                </a:lnTo>
                <a:lnTo>
                  <a:pt x="388351" y="157162"/>
                </a:lnTo>
                <a:lnTo>
                  <a:pt x="396323" y="157162"/>
                </a:lnTo>
                <a:lnTo>
                  <a:pt x="404295" y="157162"/>
                </a:lnTo>
                <a:lnTo>
                  <a:pt x="412267" y="157162"/>
                </a:lnTo>
                <a:lnTo>
                  <a:pt x="420239" y="157162"/>
                </a:lnTo>
                <a:lnTo>
                  <a:pt x="428211" y="157162"/>
                </a:lnTo>
                <a:lnTo>
                  <a:pt x="436183" y="157162"/>
                </a:lnTo>
                <a:lnTo>
                  <a:pt x="444155" y="157162"/>
                </a:lnTo>
                <a:lnTo>
                  <a:pt x="452127" y="157162"/>
                </a:lnTo>
                <a:lnTo>
                  <a:pt x="460099" y="157162"/>
                </a:lnTo>
                <a:lnTo>
                  <a:pt x="468071" y="157162"/>
                </a:lnTo>
                <a:lnTo>
                  <a:pt x="476043" y="157162"/>
                </a:lnTo>
                <a:lnTo>
                  <a:pt x="484015" y="157162"/>
                </a:lnTo>
                <a:lnTo>
                  <a:pt x="491987" y="157162"/>
                </a:lnTo>
                <a:lnTo>
                  <a:pt x="499959" y="157162"/>
                </a:lnTo>
                <a:lnTo>
                  <a:pt x="507931" y="157162"/>
                </a:lnTo>
                <a:lnTo>
                  <a:pt x="515903" y="157162"/>
                </a:lnTo>
                <a:lnTo>
                  <a:pt x="523876" y="157162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25913" y="4179284"/>
            <a:ext cx="1635175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Health</a:t>
            </a:r>
          </a:p>
        </p:txBody>
      </p:sp>
      <p:sp>
        <p:nvSpPr>
          <p:cNvPr id="6" name="Highlight"/>
          <p:cNvSpPr/>
          <p:nvPr/>
        </p:nvSpPr>
        <p:spPr>
          <a:xfrm>
            <a:off x="3037582" y="5155978"/>
            <a:ext cx="3372892" cy="1010412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ks"/>
          <p:cNvSpPr txBox="1"/>
          <p:nvPr/>
        </p:nvSpPr>
        <p:spPr>
          <a:xfrm>
            <a:off x="762000" y="5047012"/>
            <a:ext cx="8763000" cy="35067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204"/>
              </a:lnSpc>
            </a:pPr>
            <a:r>
              <a:rPr b="0" i="0" sz="7800">
                <a:solidFill>
                  <a:srgbClr val="FFFFFF"/>
                </a:solidFill>
                <a:latin typeface="Poppins ExtraBold"/>
              </a:rPr>
              <a:t> Sehat  ≠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Sekadar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Gak Sakit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8896636"/>
            <a:ext cx="81915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3 tanda yang sering kelewat.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Nomor 2 paling sering diremehkan.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1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2321719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Tanda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Gampang capek &amp;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susah fokus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Gak ada yang sakit, tapi energi kamu habis duluan.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2395984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Tanda #2</a:t>
            </a:r>
          </a:p>
        </p:txBody>
      </p:sp>
      <p:sp>
        <p:nvSpPr>
          <p:cNvPr id="4" name="Highlight"/>
          <p:cNvSpPr/>
          <p:nvPr/>
        </p:nvSpPr>
        <p:spPr>
          <a:xfrm>
            <a:off x="762000" y="7201662"/>
            <a:ext cx="6903988" cy="854964"/>
          </a:xfrm>
          <a:prstGeom prst="roundRect">
            <a:avLst>
              <a:gd name="adj" fmla="val 19607"/>
            </a:avLst>
          </a:prstGeom>
          <a:solidFill>
            <a:srgbClr val="AB2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ks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Jarang gerak, tapi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 ngerasa cukup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Duduk seharian lalu jalan ke parkiran, itu sering belum cukup.</a:t>
            </a:r>
          </a:p>
        </p:txBody>
      </p:sp>
      <p:sp>
        <p:nvSpPr>
          <p:cNvPr id="7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2408932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Tanda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Cek badan baru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kalau ada keluhan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Sehat itu dijaga sebelum ada tanda, bukan dicari setelahnya.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27247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2798642"/>
            <a:ext cx="419100" cy="397758"/>
          </a:xfrm>
          <a:custGeom>
            <a:avLst/>
            <a:gdLst/>
            <a:ahLst/>
            <a:cxnLst/>
            <a:rect l="l" t="t" r="r" b="b"/>
            <a:pathLst>
              <a:path w="419100" h="397758">
                <a:moveTo>
                  <a:pt x="209550" y="397758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8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044124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501324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 lagi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189660"/>
            <a:ext cx="8763000" cy="200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suka bilang</a:t>
            </a:r>
            <a:br/>
            <a:r>
              <a:rPr b="1" i="0" sz="4200">
                <a:solidFill>
                  <a:srgbClr val="FFFFFF"/>
                </a:solidFill>
                <a:latin typeface="Poppins"/>
              </a:rPr>
              <a:t>“gue sehat kok”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532810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C01 · Sep W1 · B2C · Health — Sehat vs Sekadar Gak Sakit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